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raphique 318">
            <a:extLst>
              <a:ext uri="{FF2B5EF4-FFF2-40B4-BE49-F238E27FC236}">
                <a16:creationId xmlns:a16="http://schemas.microsoft.com/office/drawing/2014/main" id="{8ABE870C-5D00-A545-993A-D768B3F30F1D}"/>
              </a:ext>
            </a:extLst>
          </p:cNvPr>
          <p:cNvSpPr/>
          <p:nvPr userDrawn="1"/>
        </p:nvSpPr>
        <p:spPr>
          <a:xfrm>
            <a:off x="11414400" y="5306400"/>
            <a:ext cx="777600" cy="777600"/>
          </a:xfrm>
          <a:custGeom>
            <a:avLst/>
            <a:gdLst>
              <a:gd name="connsiteX0" fmla="*/ 1196285 w 1196832"/>
              <a:gd name="connsiteY0" fmla="*/ 4093699 h 4093961"/>
              <a:gd name="connsiteX1" fmla="*/ 1196285 w 1196832"/>
              <a:gd name="connsiteY1" fmla="*/ -262 h 4093961"/>
              <a:gd name="connsiteX2" fmla="*/ 1136385 w 1196832"/>
              <a:gd name="connsiteY2" fmla="*/ 4093699 h 4093961"/>
              <a:gd name="connsiteX3" fmla="*/ 1136385 w 1196832"/>
              <a:gd name="connsiteY3" fmla="*/ -262 h 4093961"/>
              <a:gd name="connsiteX4" fmla="*/ 1076614 w 1196832"/>
              <a:gd name="connsiteY4" fmla="*/ 4093699 h 4093961"/>
              <a:gd name="connsiteX5" fmla="*/ 1076614 w 1196832"/>
              <a:gd name="connsiteY5" fmla="*/ -262 h 4093961"/>
              <a:gd name="connsiteX6" fmla="*/ 1016714 w 1196832"/>
              <a:gd name="connsiteY6" fmla="*/ 4093699 h 4093961"/>
              <a:gd name="connsiteX7" fmla="*/ 1016714 w 1196832"/>
              <a:gd name="connsiteY7" fmla="*/ -262 h 4093961"/>
              <a:gd name="connsiteX8" fmla="*/ 956944 w 1196832"/>
              <a:gd name="connsiteY8" fmla="*/ 4093699 h 4093961"/>
              <a:gd name="connsiteX9" fmla="*/ 956944 w 1196832"/>
              <a:gd name="connsiteY9" fmla="*/ -262 h 4093961"/>
              <a:gd name="connsiteX10" fmla="*/ 897044 w 1196832"/>
              <a:gd name="connsiteY10" fmla="*/ 4093699 h 4093961"/>
              <a:gd name="connsiteX11" fmla="*/ 897044 w 1196832"/>
              <a:gd name="connsiteY11" fmla="*/ -262 h 4093961"/>
              <a:gd name="connsiteX12" fmla="*/ 837274 w 1196832"/>
              <a:gd name="connsiteY12" fmla="*/ 4093699 h 4093961"/>
              <a:gd name="connsiteX13" fmla="*/ 837274 w 1196832"/>
              <a:gd name="connsiteY13" fmla="*/ -262 h 4093961"/>
              <a:gd name="connsiteX14" fmla="*/ 777374 w 1196832"/>
              <a:gd name="connsiteY14" fmla="*/ 4093699 h 4093961"/>
              <a:gd name="connsiteX15" fmla="*/ 777374 w 1196832"/>
              <a:gd name="connsiteY15" fmla="*/ -262 h 4093961"/>
              <a:gd name="connsiteX16" fmla="*/ 717602 w 1196832"/>
              <a:gd name="connsiteY16" fmla="*/ 4093699 h 4093961"/>
              <a:gd name="connsiteX17" fmla="*/ 717602 w 1196832"/>
              <a:gd name="connsiteY17" fmla="*/ -262 h 4093961"/>
              <a:gd name="connsiteX18" fmla="*/ 657832 w 1196832"/>
              <a:gd name="connsiteY18" fmla="*/ 4093699 h 4093961"/>
              <a:gd name="connsiteX19" fmla="*/ 657832 w 1196832"/>
              <a:gd name="connsiteY19" fmla="*/ -262 h 4093961"/>
              <a:gd name="connsiteX20" fmla="*/ 597932 w 1196832"/>
              <a:gd name="connsiteY20" fmla="*/ 4093699 h 4093961"/>
              <a:gd name="connsiteX21" fmla="*/ 597932 w 1196832"/>
              <a:gd name="connsiteY21" fmla="*/ -262 h 4093961"/>
              <a:gd name="connsiteX22" fmla="*/ 538162 w 1196832"/>
              <a:gd name="connsiteY22" fmla="*/ 4093699 h 4093961"/>
              <a:gd name="connsiteX23" fmla="*/ 538162 w 1196832"/>
              <a:gd name="connsiteY23" fmla="*/ -262 h 4093961"/>
              <a:gd name="connsiteX24" fmla="*/ 478262 w 1196832"/>
              <a:gd name="connsiteY24" fmla="*/ 4093699 h 4093961"/>
              <a:gd name="connsiteX25" fmla="*/ 478262 w 1196832"/>
              <a:gd name="connsiteY25" fmla="*/ -262 h 4093961"/>
              <a:gd name="connsiteX26" fmla="*/ 419134 w 1196832"/>
              <a:gd name="connsiteY26" fmla="*/ 4093699 h 4093961"/>
              <a:gd name="connsiteX27" fmla="*/ 419134 w 1196832"/>
              <a:gd name="connsiteY27" fmla="*/ -262 h 4093961"/>
              <a:gd name="connsiteX28" fmla="*/ 359235 w 1196832"/>
              <a:gd name="connsiteY28" fmla="*/ 4093699 h 4093961"/>
              <a:gd name="connsiteX29" fmla="*/ 359235 w 1196832"/>
              <a:gd name="connsiteY29" fmla="*/ -262 h 4093961"/>
              <a:gd name="connsiteX30" fmla="*/ 299464 w 1196832"/>
              <a:gd name="connsiteY30" fmla="*/ 4093699 h 4093961"/>
              <a:gd name="connsiteX31" fmla="*/ 299464 w 1196832"/>
              <a:gd name="connsiteY31" fmla="*/ -262 h 4093961"/>
              <a:gd name="connsiteX32" fmla="*/ 239179 w 1196832"/>
              <a:gd name="connsiteY32" fmla="*/ 4093699 h 4093961"/>
              <a:gd name="connsiteX33" fmla="*/ 239179 w 1196832"/>
              <a:gd name="connsiteY33" fmla="*/ -262 h 4093961"/>
              <a:gd name="connsiteX34" fmla="*/ 179279 w 1196832"/>
              <a:gd name="connsiteY34" fmla="*/ 4093699 h 4093961"/>
              <a:gd name="connsiteX35" fmla="*/ 179279 w 1196832"/>
              <a:gd name="connsiteY35" fmla="*/ -262 h 4093961"/>
              <a:gd name="connsiteX36" fmla="*/ 119508 w 1196832"/>
              <a:gd name="connsiteY36" fmla="*/ 4093699 h 4093961"/>
              <a:gd name="connsiteX37" fmla="*/ 119508 w 1196832"/>
              <a:gd name="connsiteY37" fmla="*/ -262 h 4093961"/>
              <a:gd name="connsiteX38" fmla="*/ 59223 w 1196832"/>
              <a:gd name="connsiteY38" fmla="*/ 4093699 h 4093961"/>
              <a:gd name="connsiteX39" fmla="*/ 59223 w 1196832"/>
              <a:gd name="connsiteY39" fmla="*/ -262 h 4093961"/>
              <a:gd name="connsiteX40" fmla="*/ -548 w 1196832"/>
              <a:gd name="connsiteY40" fmla="*/ 4093699 h 4093961"/>
              <a:gd name="connsiteX41" fmla="*/ -548 w 1196832"/>
              <a:gd name="connsiteY41" fmla="*/ -262 h 4093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96832" h="4093961">
                <a:moveTo>
                  <a:pt x="1196285" y="4093699"/>
                </a:moveTo>
                <a:lnTo>
                  <a:pt x="1196285" y="-262"/>
                </a:lnTo>
                <a:moveTo>
                  <a:pt x="1136385" y="4093699"/>
                </a:moveTo>
                <a:lnTo>
                  <a:pt x="1136385" y="-262"/>
                </a:lnTo>
                <a:moveTo>
                  <a:pt x="1076614" y="4093699"/>
                </a:moveTo>
                <a:lnTo>
                  <a:pt x="1076614" y="-262"/>
                </a:lnTo>
                <a:moveTo>
                  <a:pt x="1016714" y="4093699"/>
                </a:moveTo>
                <a:lnTo>
                  <a:pt x="1016714" y="-262"/>
                </a:lnTo>
                <a:moveTo>
                  <a:pt x="956944" y="4093699"/>
                </a:moveTo>
                <a:lnTo>
                  <a:pt x="956944" y="-262"/>
                </a:lnTo>
                <a:moveTo>
                  <a:pt x="897044" y="4093699"/>
                </a:moveTo>
                <a:lnTo>
                  <a:pt x="897044" y="-262"/>
                </a:lnTo>
                <a:moveTo>
                  <a:pt x="837274" y="4093699"/>
                </a:moveTo>
                <a:lnTo>
                  <a:pt x="837274" y="-262"/>
                </a:lnTo>
                <a:moveTo>
                  <a:pt x="777374" y="4093699"/>
                </a:moveTo>
                <a:lnTo>
                  <a:pt x="777374" y="-262"/>
                </a:lnTo>
                <a:moveTo>
                  <a:pt x="717602" y="4093699"/>
                </a:moveTo>
                <a:lnTo>
                  <a:pt x="717602" y="-262"/>
                </a:lnTo>
                <a:moveTo>
                  <a:pt x="657832" y="4093699"/>
                </a:moveTo>
                <a:lnTo>
                  <a:pt x="657832" y="-262"/>
                </a:lnTo>
                <a:moveTo>
                  <a:pt x="597932" y="4093699"/>
                </a:moveTo>
                <a:lnTo>
                  <a:pt x="597932" y="-262"/>
                </a:lnTo>
                <a:moveTo>
                  <a:pt x="538162" y="4093699"/>
                </a:moveTo>
                <a:lnTo>
                  <a:pt x="538162" y="-262"/>
                </a:lnTo>
                <a:moveTo>
                  <a:pt x="478262" y="4093699"/>
                </a:moveTo>
                <a:lnTo>
                  <a:pt x="478262" y="-262"/>
                </a:lnTo>
                <a:moveTo>
                  <a:pt x="419134" y="4093699"/>
                </a:moveTo>
                <a:lnTo>
                  <a:pt x="419134" y="-262"/>
                </a:lnTo>
                <a:moveTo>
                  <a:pt x="359235" y="4093699"/>
                </a:moveTo>
                <a:lnTo>
                  <a:pt x="359235" y="-262"/>
                </a:lnTo>
                <a:moveTo>
                  <a:pt x="299464" y="4093699"/>
                </a:moveTo>
                <a:lnTo>
                  <a:pt x="299464" y="-262"/>
                </a:lnTo>
                <a:moveTo>
                  <a:pt x="239179" y="4093699"/>
                </a:moveTo>
                <a:lnTo>
                  <a:pt x="239179" y="-262"/>
                </a:lnTo>
                <a:moveTo>
                  <a:pt x="179279" y="4093699"/>
                </a:moveTo>
                <a:lnTo>
                  <a:pt x="179279" y="-262"/>
                </a:lnTo>
                <a:moveTo>
                  <a:pt x="119508" y="4093699"/>
                </a:moveTo>
                <a:lnTo>
                  <a:pt x="119508" y="-262"/>
                </a:lnTo>
                <a:moveTo>
                  <a:pt x="59223" y="4093699"/>
                </a:moveTo>
                <a:lnTo>
                  <a:pt x="59223" y="-262"/>
                </a:lnTo>
                <a:moveTo>
                  <a:pt x="-548" y="4093699"/>
                </a:moveTo>
                <a:lnTo>
                  <a:pt x="-548" y="-262"/>
                </a:lnTo>
              </a:path>
            </a:pathLst>
          </a:custGeom>
          <a:noFill/>
          <a:ln w="952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3EBCF5BF-8D81-D644-BDDA-C4CFF0FA1166}"/>
              </a:ext>
            </a:extLst>
          </p:cNvPr>
          <p:cNvSpPr/>
          <p:nvPr userDrawn="1"/>
        </p:nvSpPr>
        <p:spPr>
          <a:xfrm>
            <a:off x="11418000" y="6084000"/>
            <a:ext cx="774000" cy="77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640BDD-92E6-A741-9CC1-B41F1883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22" y="700891"/>
            <a:ext cx="10409094" cy="1325563"/>
          </a:xfrm>
        </p:spPr>
        <p:txBody>
          <a:bodyPr lIns="0" tIns="0" rIns="0" bIns="0" anchor="t" anchorCtr="0"/>
          <a:lstStyle>
            <a:lvl1pPr>
              <a:defRPr b="1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8608D4-9C36-A84D-A3A4-1AEB096C7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522" y="1825625"/>
            <a:ext cx="10409094" cy="4351338"/>
          </a:xfrm>
        </p:spPr>
        <p:txBody>
          <a:bodyPr lIns="0" tIns="0" rIns="0" bIns="0"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949874-8B14-7745-B3C4-7955031B3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9935-97F0-1945-B620-15F06351CC13}" type="datetime1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B4C0E0-3842-A04A-8C48-34DC7A3E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INSA Toulouse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EA55F7-2499-7442-8219-F9EF9752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394568-A123-CF43-B37D-0430507FD9CE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88339353-86E8-5F4C-8AAE-A8CC29CA3CDD}"/>
              </a:ext>
            </a:extLst>
          </p:cNvPr>
          <p:cNvGrpSpPr/>
          <p:nvPr userDrawn="1"/>
        </p:nvGrpSpPr>
        <p:grpSpPr>
          <a:xfrm rot="5400000">
            <a:off x="10900537" y="-2246218"/>
            <a:ext cx="3514831" cy="2448605"/>
            <a:chOff x="3416300" y="1562100"/>
            <a:chExt cx="5361017" cy="3734749"/>
          </a:xfrm>
        </p:grpSpPr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2CF4CD20-33AC-084A-A220-BACC7195E0A9}"/>
                </a:ext>
              </a:extLst>
            </p:cNvPr>
            <p:cNvSpPr/>
            <p:nvPr/>
          </p:nvSpPr>
          <p:spPr>
            <a:xfrm>
              <a:off x="3416300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7E9F8D44-95DB-8D43-8AF3-6CE31D8B0330}"/>
                </a:ext>
              </a:extLst>
            </p:cNvPr>
            <p:cNvSpPr/>
            <p:nvPr/>
          </p:nvSpPr>
          <p:spPr>
            <a:xfrm>
              <a:off x="3465895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2563C85F-D919-7943-A6AE-95DD8BCA65BE}"/>
                </a:ext>
              </a:extLst>
            </p:cNvPr>
            <p:cNvSpPr/>
            <p:nvPr/>
          </p:nvSpPr>
          <p:spPr>
            <a:xfrm>
              <a:off x="3416300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350E9F83-085A-B643-80D7-A4BA87E9955C}"/>
                </a:ext>
              </a:extLst>
            </p:cNvPr>
            <p:cNvSpPr/>
            <p:nvPr/>
          </p:nvSpPr>
          <p:spPr>
            <a:xfrm>
              <a:off x="3465895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D5A61D9E-AD76-D947-A780-2711FB028ABD}"/>
                </a:ext>
              </a:extLst>
            </p:cNvPr>
            <p:cNvSpPr/>
            <p:nvPr/>
          </p:nvSpPr>
          <p:spPr>
            <a:xfrm>
              <a:off x="3416300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DE7ACC9C-1A15-664C-A3EE-C2B7FC188DFB}"/>
                </a:ext>
              </a:extLst>
            </p:cNvPr>
            <p:cNvSpPr/>
            <p:nvPr/>
          </p:nvSpPr>
          <p:spPr>
            <a:xfrm>
              <a:off x="3465895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 18">
              <a:extLst>
                <a:ext uri="{FF2B5EF4-FFF2-40B4-BE49-F238E27FC236}">
                  <a16:creationId xmlns:a16="http://schemas.microsoft.com/office/drawing/2014/main" id="{BFB8EB91-D341-B34A-BF0F-26533A16BF3E}"/>
                </a:ext>
              </a:extLst>
            </p:cNvPr>
            <p:cNvSpPr/>
            <p:nvPr/>
          </p:nvSpPr>
          <p:spPr>
            <a:xfrm>
              <a:off x="3416300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781D124E-219E-7342-A046-8D0B71C1CC5E}"/>
                </a:ext>
              </a:extLst>
            </p:cNvPr>
            <p:cNvSpPr/>
            <p:nvPr/>
          </p:nvSpPr>
          <p:spPr>
            <a:xfrm>
              <a:off x="3465895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49C999CD-6B51-A548-8F3F-195FD8C2AA19}"/>
                </a:ext>
              </a:extLst>
            </p:cNvPr>
            <p:cNvSpPr/>
            <p:nvPr/>
          </p:nvSpPr>
          <p:spPr>
            <a:xfrm>
              <a:off x="3416300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7F4A2AD2-54F6-4846-94BF-0EB015342C6A}"/>
                </a:ext>
              </a:extLst>
            </p:cNvPr>
            <p:cNvSpPr/>
            <p:nvPr/>
          </p:nvSpPr>
          <p:spPr>
            <a:xfrm>
              <a:off x="3465895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D5614A6E-4502-0A4A-A10C-B4CBEA4D3E01}"/>
                </a:ext>
              </a:extLst>
            </p:cNvPr>
            <p:cNvSpPr/>
            <p:nvPr/>
          </p:nvSpPr>
          <p:spPr>
            <a:xfrm>
              <a:off x="3416300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7980990B-9C5A-744D-9620-8BBCC7C817B5}"/>
                </a:ext>
              </a:extLst>
            </p:cNvPr>
            <p:cNvSpPr/>
            <p:nvPr/>
          </p:nvSpPr>
          <p:spPr>
            <a:xfrm>
              <a:off x="3465895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E0773674-FDC1-A647-B7E1-FEE51F1D6717}"/>
                </a:ext>
              </a:extLst>
            </p:cNvPr>
            <p:cNvSpPr/>
            <p:nvPr/>
          </p:nvSpPr>
          <p:spPr>
            <a:xfrm>
              <a:off x="3416300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78646905-34C3-6D4C-8818-BC656B3F41F2}"/>
                </a:ext>
              </a:extLst>
            </p:cNvPr>
            <p:cNvSpPr/>
            <p:nvPr/>
          </p:nvSpPr>
          <p:spPr>
            <a:xfrm>
              <a:off x="3465895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7ED2AAE2-0B13-BC47-8C5E-ADAD593C6CC5}"/>
                </a:ext>
              </a:extLst>
            </p:cNvPr>
            <p:cNvSpPr/>
            <p:nvPr/>
          </p:nvSpPr>
          <p:spPr>
            <a:xfrm>
              <a:off x="3416300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50690E96-94AC-894D-8C26-FA76E0829EC3}"/>
                </a:ext>
              </a:extLst>
            </p:cNvPr>
            <p:cNvSpPr/>
            <p:nvPr/>
          </p:nvSpPr>
          <p:spPr>
            <a:xfrm>
              <a:off x="3465895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 28">
              <a:extLst>
                <a:ext uri="{FF2B5EF4-FFF2-40B4-BE49-F238E27FC236}">
                  <a16:creationId xmlns:a16="http://schemas.microsoft.com/office/drawing/2014/main" id="{06332B0E-5A1F-0543-AB10-DAD2198458E8}"/>
                </a:ext>
              </a:extLst>
            </p:cNvPr>
            <p:cNvSpPr/>
            <p:nvPr/>
          </p:nvSpPr>
          <p:spPr>
            <a:xfrm>
              <a:off x="3416300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21E6C128-0B3D-6845-B231-CC90517EED26}"/>
                </a:ext>
              </a:extLst>
            </p:cNvPr>
            <p:cNvSpPr/>
            <p:nvPr/>
          </p:nvSpPr>
          <p:spPr>
            <a:xfrm>
              <a:off x="3465895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E14C11FD-3DF0-DF48-BB59-140700BFA188}"/>
                </a:ext>
              </a:extLst>
            </p:cNvPr>
            <p:cNvSpPr/>
            <p:nvPr/>
          </p:nvSpPr>
          <p:spPr>
            <a:xfrm>
              <a:off x="3416300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 31">
              <a:extLst>
                <a:ext uri="{FF2B5EF4-FFF2-40B4-BE49-F238E27FC236}">
                  <a16:creationId xmlns:a16="http://schemas.microsoft.com/office/drawing/2014/main" id="{DFBA913D-F748-5F4F-8807-A8CE7DBAA4FE}"/>
                </a:ext>
              </a:extLst>
            </p:cNvPr>
            <p:cNvSpPr/>
            <p:nvPr/>
          </p:nvSpPr>
          <p:spPr>
            <a:xfrm>
              <a:off x="3465895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EA025D6B-2ACF-EA47-ABE9-1BCD00288446}"/>
                </a:ext>
              </a:extLst>
            </p:cNvPr>
            <p:cNvSpPr/>
            <p:nvPr/>
          </p:nvSpPr>
          <p:spPr>
            <a:xfrm>
              <a:off x="3821063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BA7612D2-C2B9-344C-AB31-3FA003CD9DBB}"/>
                </a:ext>
              </a:extLst>
            </p:cNvPr>
            <p:cNvSpPr/>
            <p:nvPr/>
          </p:nvSpPr>
          <p:spPr>
            <a:xfrm>
              <a:off x="3870659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 34">
              <a:extLst>
                <a:ext uri="{FF2B5EF4-FFF2-40B4-BE49-F238E27FC236}">
                  <a16:creationId xmlns:a16="http://schemas.microsoft.com/office/drawing/2014/main" id="{C202104E-CF13-F74E-9C15-CAF42B8E09A0}"/>
                </a:ext>
              </a:extLst>
            </p:cNvPr>
            <p:cNvSpPr/>
            <p:nvPr/>
          </p:nvSpPr>
          <p:spPr>
            <a:xfrm>
              <a:off x="3821063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 35">
              <a:extLst>
                <a:ext uri="{FF2B5EF4-FFF2-40B4-BE49-F238E27FC236}">
                  <a16:creationId xmlns:a16="http://schemas.microsoft.com/office/drawing/2014/main" id="{60586E47-423C-514A-80CA-98EE5CB2B4DD}"/>
                </a:ext>
              </a:extLst>
            </p:cNvPr>
            <p:cNvSpPr/>
            <p:nvPr/>
          </p:nvSpPr>
          <p:spPr>
            <a:xfrm>
              <a:off x="3870659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DBB012C4-ED8E-6949-A553-C3A188FB44F6}"/>
                </a:ext>
              </a:extLst>
            </p:cNvPr>
            <p:cNvSpPr/>
            <p:nvPr/>
          </p:nvSpPr>
          <p:spPr>
            <a:xfrm>
              <a:off x="3821063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316147DF-8959-DE4B-9433-1047CAA6D64B}"/>
                </a:ext>
              </a:extLst>
            </p:cNvPr>
            <p:cNvSpPr/>
            <p:nvPr/>
          </p:nvSpPr>
          <p:spPr>
            <a:xfrm>
              <a:off x="3870659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 38">
              <a:extLst>
                <a:ext uri="{FF2B5EF4-FFF2-40B4-BE49-F238E27FC236}">
                  <a16:creationId xmlns:a16="http://schemas.microsoft.com/office/drawing/2014/main" id="{E487C7DA-05C1-4946-9AAA-7A7F484212C3}"/>
                </a:ext>
              </a:extLst>
            </p:cNvPr>
            <p:cNvSpPr/>
            <p:nvPr/>
          </p:nvSpPr>
          <p:spPr>
            <a:xfrm>
              <a:off x="3821063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 39">
              <a:extLst>
                <a:ext uri="{FF2B5EF4-FFF2-40B4-BE49-F238E27FC236}">
                  <a16:creationId xmlns:a16="http://schemas.microsoft.com/office/drawing/2014/main" id="{A95F64E1-1542-3A46-9A98-B03F3049B72D}"/>
                </a:ext>
              </a:extLst>
            </p:cNvPr>
            <p:cNvSpPr/>
            <p:nvPr/>
          </p:nvSpPr>
          <p:spPr>
            <a:xfrm>
              <a:off x="3870659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 40">
              <a:extLst>
                <a:ext uri="{FF2B5EF4-FFF2-40B4-BE49-F238E27FC236}">
                  <a16:creationId xmlns:a16="http://schemas.microsoft.com/office/drawing/2014/main" id="{EFF0541F-44EB-1C44-A770-93FD7F4D563D}"/>
                </a:ext>
              </a:extLst>
            </p:cNvPr>
            <p:cNvSpPr/>
            <p:nvPr/>
          </p:nvSpPr>
          <p:spPr>
            <a:xfrm>
              <a:off x="3821063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 41">
              <a:extLst>
                <a:ext uri="{FF2B5EF4-FFF2-40B4-BE49-F238E27FC236}">
                  <a16:creationId xmlns:a16="http://schemas.microsoft.com/office/drawing/2014/main" id="{F6FAC347-807E-2E47-A91B-BE06F826F21F}"/>
                </a:ext>
              </a:extLst>
            </p:cNvPr>
            <p:cNvSpPr/>
            <p:nvPr/>
          </p:nvSpPr>
          <p:spPr>
            <a:xfrm>
              <a:off x="3870659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 42">
              <a:extLst>
                <a:ext uri="{FF2B5EF4-FFF2-40B4-BE49-F238E27FC236}">
                  <a16:creationId xmlns:a16="http://schemas.microsoft.com/office/drawing/2014/main" id="{0D41F0C6-A7A1-3342-92BA-9185D3BA969B}"/>
                </a:ext>
              </a:extLst>
            </p:cNvPr>
            <p:cNvSpPr/>
            <p:nvPr/>
          </p:nvSpPr>
          <p:spPr>
            <a:xfrm>
              <a:off x="3821063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 43">
              <a:extLst>
                <a:ext uri="{FF2B5EF4-FFF2-40B4-BE49-F238E27FC236}">
                  <a16:creationId xmlns:a16="http://schemas.microsoft.com/office/drawing/2014/main" id="{A0FFD9F7-D768-CC46-94F4-F5A804F9FFE6}"/>
                </a:ext>
              </a:extLst>
            </p:cNvPr>
            <p:cNvSpPr/>
            <p:nvPr/>
          </p:nvSpPr>
          <p:spPr>
            <a:xfrm>
              <a:off x="3870659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 44">
              <a:extLst>
                <a:ext uri="{FF2B5EF4-FFF2-40B4-BE49-F238E27FC236}">
                  <a16:creationId xmlns:a16="http://schemas.microsoft.com/office/drawing/2014/main" id="{4A517174-41F3-444D-B35D-E09F97CA1E09}"/>
                </a:ext>
              </a:extLst>
            </p:cNvPr>
            <p:cNvSpPr/>
            <p:nvPr/>
          </p:nvSpPr>
          <p:spPr>
            <a:xfrm>
              <a:off x="3821063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 45">
              <a:extLst>
                <a:ext uri="{FF2B5EF4-FFF2-40B4-BE49-F238E27FC236}">
                  <a16:creationId xmlns:a16="http://schemas.microsoft.com/office/drawing/2014/main" id="{6C16CC2D-110A-A446-95FF-7076CA8BAA72}"/>
                </a:ext>
              </a:extLst>
            </p:cNvPr>
            <p:cNvSpPr/>
            <p:nvPr/>
          </p:nvSpPr>
          <p:spPr>
            <a:xfrm>
              <a:off x="3870659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 46">
              <a:extLst>
                <a:ext uri="{FF2B5EF4-FFF2-40B4-BE49-F238E27FC236}">
                  <a16:creationId xmlns:a16="http://schemas.microsoft.com/office/drawing/2014/main" id="{BF1E271C-39D0-B74B-BCDA-CD41E2D6227F}"/>
                </a:ext>
              </a:extLst>
            </p:cNvPr>
            <p:cNvSpPr/>
            <p:nvPr/>
          </p:nvSpPr>
          <p:spPr>
            <a:xfrm>
              <a:off x="3821063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 47">
              <a:extLst>
                <a:ext uri="{FF2B5EF4-FFF2-40B4-BE49-F238E27FC236}">
                  <a16:creationId xmlns:a16="http://schemas.microsoft.com/office/drawing/2014/main" id="{7B13756D-9166-E24F-9388-F83FC4FE2373}"/>
                </a:ext>
              </a:extLst>
            </p:cNvPr>
            <p:cNvSpPr/>
            <p:nvPr/>
          </p:nvSpPr>
          <p:spPr>
            <a:xfrm>
              <a:off x="3870659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 48">
              <a:extLst>
                <a:ext uri="{FF2B5EF4-FFF2-40B4-BE49-F238E27FC236}">
                  <a16:creationId xmlns:a16="http://schemas.microsoft.com/office/drawing/2014/main" id="{ECECE08A-2D4E-E048-8AF8-6739D843FD88}"/>
                </a:ext>
              </a:extLst>
            </p:cNvPr>
            <p:cNvSpPr/>
            <p:nvPr/>
          </p:nvSpPr>
          <p:spPr>
            <a:xfrm>
              <a:off x="3821063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 49">
              <a:extLst>
                <a:ext uri="{FF2B5EF4-FFF2-40B4-BE49-F238E27FC236}">
                  <a16:creationId xmlns:a16="http://schemas.microsoft.com/office/drawing/2014/main" id="{8AD0663C-D869-D74B-8504-99BFBE36F2D0}"/>
                </a:ext>
              </a:extLst>
            </p:cNvPr>
            <p:cNvSpPr/>
            <p:nvPr/>
          </p:nvSpPr>
          <p:spPr>
            <a:xfrm>
              <a:off x="3870659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 50">
              <a:extLst>
                <a:ext uri="{FF2B5EF4-FFF2-40B4-BE49-F238E27FC236}">
                  <a16:creationId xmlns:a16="http://schemas.microsoft.com/office/drawing/2014/main" id="{BCD3478E-14B6-2C44-9A74-7CC9C5604B8E}"/>
                </a:ext>
              </a:extLst>
            </p:cNvPr>
            <p:cNvSpPr/>
            <p:nvPr/>
          </p:nvSpPr>
          <p:spPr>
            <a:xfrm>
              <a:off x="3821063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 51">
              <a:extLst>
                <a:ext uri="{FF2B5EF4-FFF2-40B4-BE49-F238E27FC236}">
                  <a16:creationId xmlns:a16="http://schemas.microsoft.com/office/drawing/2014/main" id="{834BA309-F9AB-6240-8419-278020FD491E}"/>
                </a:ext>
              </a:extLst>
            </p:cNvPr>
            <p:cNvSpPr/>
            <p:nvPr/>
          </p:nvSpPr>
          <p:spPr>
            <a:xfrm>
              <a:off x="3870659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3" name="Forme libre 52">
              <a:extLst>
                <a:ext uri="{FF2B5EF4-FFF2-40B4-BE49-F238E27FC236}">
                  <a16:creationId xmlns:a16="http://schemas.microsoft.com/office/drawing/2014/main" id="{5AE0CAB1-876B-3849-A4F5-E27DFB0D0FB2}"/>
                </a:ext>
              </a:extLst>
            </p:cNvPr>
            <p:cNvSpPr/>
            <p:nvPr/>
          </p:nvSpPr>
          <p:spPr>
            <a:xfrm>
              <a:off x="4225826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4" name="Forme libre 53">
              <a:extLst>
                <a:ext uri="{FF2B5EF4-FFF2-40B4-BE49-F238E27FC236}">
                  <a16:creationId xmlns:a16="http://schemas.microsoft.com/office/drawing/2014/main" id="{3E0186D9-4A9D-E94B-9107-D744A3EDF331}"/>
                </a:ext>
              </a:extLst>
            </p:cNvPr>
            <p:cNvSpPr/>
            <p:nvPr/>
          </p:nvSpPr>
          <p:spPr>
            <a:xfrm>
              <a:off x="4275422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5" name="Forme libre 54">
              <a:extLst>
                <a:ext uri="{FF2B5EF4-FFF2-40B4-BE49-F238E27FC236}">
                  <a16:creationId xmlns:a16="http://schemas.microsoft.com/office/drawing/2014/main" id="{8D56B752-5743-EF4D-8376-F70564923BA7}"/>
                </a:ext>
              </a:extLst>
            </p:cNvPr>
            <p:cNvSpPr/>
            <p:nvPr/>
          </p:nvSpPr>
          <p:spPr>
            <a:xfrm>
              <a:off x="4225826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 55">
              <a:extLst>
                <a:ext uri="{FF2B5EF4-FFF2-40B4-BE49-F238E27FC236}">
                  <a16:creationId xmlns:a16="http://schemas.microsoft.com/office/drawing/2014/main" id="{2735D13E-7DEE-4546-8C76-F0FEFFD813DC}"/>
                </a:ext>
              </a:extLst>
            </p:cNvPr>
            <p:cNvSpPr/>
            <p:nvPr/>
          </p:nvSpPr>
          <p:spPr>
            <a:xfrm>
              <a:off x="4275422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7" name="Forme libre 56">
              <a:extLst>
                <a:ext uri="{FF2B5EF4-FFF2-40B4-BE49-F238E27FC236}">
                  <a16:creationId xmlns:a16="http://schemas.microsoft.com/office/drawing/2014/main" id="{CFA2D761-22D0-ED4D-BB42-244E43D406F4}"/>
                </a:ext>
              </a:extLst>
            </p:cNvPr>
            <p:cNvSpPr/>
            <p:nvPr/>
          </p:nvSpPr>
          <p:spPr>
            <a:xfrm>
              <a:off x="4225826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8" name="Forme libre 57">
              <a:extLst>
                <a:ext uri="{FF2B5EF4-FFF2-40B4-BE49-F238E27FC236}">
                  <a16:creationId xmlns:a16="http://schemas.microsoft.com/office/drawing/2014/main" id="{410B1214-EBF0-6E4C-B345-7230F17B7EAB}"/>
                </a:ext>
              </a:extLst>
            </p:cNvPr>
            <p:cNvSpPr/>
            <p:nvPr/>
          </p:nvSpPr>
          <p:spPr>
            <a:xfrm>
              <a:off x="4275422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9" name="Forme libre 58">
              <a:extLst>
                <a:ext uri="{FF2B5EF4-FFF2-40B4-BE49-F238E27FC236}">
                  <a16:creationId xmlns:a16="http://schemas.microsoft.com/office/drawing/2014/main" id="{14E242DF-6FC5-D346-B999-5751EC2F1906}"/>
                </a:ext>
              </a:extLst>
            </p:cNvPr>
            <p:cNvSpPr/>
            <p:nvPr/>
          </p:nvSpPr>
          <p:spPr>
            <a:xfrm>
              <a:off x="4225826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0" name="Forme libre 59">
              <a:extLst>
                <a:ext uri="{FF2B5EF4-FFF2-40B4-BE49-F238E27FC236}">
                  <a16:creationId xmlns:a16="http://schemas.microsoft.com/office/drawing/2014/main" id="{1C48FD67-D3DA-9542-8089-774263044466}"/>
                </a:ext>
              </a:extLst>
            </p:cNvPr>
            <p:cNvSpPr/>
            <p:nvPr/>
          </p:nvSpPr>
          <p:spPr>
            <a:xfrm>
              <a:off x="4275422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1" name="Forme libre 60">
              <a:extLst>
                <a:ext uri="{FF2B5EF4-FFF2-40B4-BE49-F238E27FC236}">
                  <a16:creationId xmlns:a16="http://schemas.microsoft.com/office/drawing/2014/main" id="{1EB3F7B0-AA57-CA43-8CF1-3C4E6F65E354}"/>
                </a:ext>
              </a:extLst>
            </p:cNvPr>
            <p:cNvSpPr/>
            <p:nvPr/>
          </p:nvSpPr>
          <p:spPr>
            <a:xfrm>
              <a:off x="4225826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2" name="Forme libre 61">
              <a:extLst>
                <a:ext uri="{FF2B5EF4-FFF2-40B4-BE49-F238E27FC236}">
                  <a16:creationId xmlns:a16="http://schemas.microsoft.com/office/drawing/2014/main" id="{7DC793B2-5C1B-664A-8E18-6FCA01B0C9D3}"/>
                </a:ext>
              </a:extLst>
            </p:cNvPr>
            <p:cNvSpPr/>
            <p:nvPr/>
          </p:nvSpPr>
          <p:spPr>
            <a:xfrm>
              <a:off x="4275422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3" name="Forme libre 62">
              <a:extLst>
                <a:ext uri="{FF2B5EF4-FFF2-40B4-BE49-F238E27FC236}">
                  <a16:creationId xmlns:a16="http://schemas.microsoft.com/office/drawing/2014/main" id="{F47438D2-73F3-1A44-829C-46AADA85223C}"/>
                </a:ext>
              </a:extLst>
            </p:cNvPr>
            <p:cNvSpPr/>
            <p:nvPr/>
          </p:nvSpPr>
          <p:spPr>
            <a:xfrm>
              <a:off x="4225826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4" name="Forme libre 63">
              <a:extLst>
                <a:ext uri="{FF2B5EF4-FFF2-40B4-BE49-F238E27FC236}">
                  <a16:creationId xmlns:a16="http://schemas.microsoft.com/office/drawing/2014/main" id="{BF613CC7-6EDB-8349-A500-6D5D86F8D935}"/>
                </a:ext>
              </a:extLst>
            </p:cNvPr>
            <p:cNvSpPr/>
            <p:nvPr/>
          </p:nvSpPr>
          <p:spPr>
            <a:xfrm>
              <a:off x="4275422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5" name="Forme libre 64">
              <a:extLst>
                <a:ext uri="{FF2B5EF4-FFF2-40B4-BE49-F238E27FC236}">
                  <a16:creationId xmlns:a16="http://schemas.microsoft.com/office/drawing/2014/main" id="{0158135C-A4A5-254B-B14F-99801DB063D8}"/>
                </a:ext>
              </a:extLst>
            </p:cNvPr>
            <p:cNvSpPr/>
            <p:nvPr/>
          </p:nvSpPr>
          <p:spPr>
            <a:xfrm>
              <a:off x="4225826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6" name="Forme libre 65">
              <a:extLst>
                <a:ext uri="{FF2B5EF4-FFF2-40B4-BE49-F238E27FC236}">
                  <a16:creationId xmlns:a16="http://schemas.microsoft.com/office/drawing/2014/main" id="{2ABB456A-CF40-3E4A-B10B-648ED95309A0}"/>
                </a:ext>
              </a:extLst>
            </p:cNvPr>
            <p:cNvSpPr/>
            <p:nvPr/>
          </p:nvSpPr>
          <p:spPr>
            <a:xfrm>
              <a:off x="4275422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7" name="Forme libre 66">
              <a:extLst>
                <a:ext uri="{FF2B5EF4-FFF2-40B4-BE49-F238E27FC236}">
                  <a16:creationId xmlns:a16="http://schemas.microsoft.com/office/drawing/2014/main" id="{CD70848C-5092-6641-AA90-3364C70543CA}"/>
                </a:ext>
              </a:extLst>
            </p:cNvPr>
            <p:cNvSpPr/>
            <p:nvPr/>
          </p:nvSpPr>
          <p:spPr>
            <a:xfrm>
              <a:off x="4225826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8" name="Forme libre 67">
              <a:extLst>
                <a:ext uri="{FF2B5EF4-FFF2-40B4-BE49-F238E27FC236}">
                  <a16:creationId xmlns:a16="http://schemas.microsoft.com/office/drawing/2014/main" id="{B3DBF835-28E4-044F-9F07-61CEF9E44079}"/>
                </a:ext>
              </a:extLst>
            </p:cNvPr>
            <p:cNvSpPr/>
            <p:nvPr/>
          </p:nvSpPr>
          <p:spPr>
            <a:xfrm>
              <a:off x="4275422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9" name="Forme libre 68">
              <a:extLst>
                <a:ext uri="{FF2B5EF4-FFF2-40B4-BE49-F238E27FC236}">
                  <a16:creationId xmlns:a16="http://schemas.microsoft.com/office/drawing/2014/main" id="{45038F96-267B-7F4C-93EF-54E330EE0682}"/>
                </a:ext>
              </a:extLst>
            </p:cNvPr>
            <p:cNvSpPr/>
            <p:nvPr/>
          </p:nvSpPr>
          <p:spPr>
            <a:xfrm>
              <a:off x="4225826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0" name="Forme libre 69">
              <a:extLst>
                <a:ext uri="{FF2B5EF4-FFF2-40B4-BE49-F238E27FC236}">
                  <a16:creationId xmlns:a16="http://schemas.microsoft.com/office/drawing/2014/main" id="{EAE8E506-29CD-3A40-92F4-196B17689DD2}"/>
                </a:ext>
              </a:extLst>
            </p:cNvPr>
            <p:cNvSpPr/>
            <p:nvPr/>
          </p:nvSpPr>
          <p:spPr>
            <a:xfrm>
              <a:off x="4275422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1" name="Forme libre 70">
              <a:extLst>
                <a:ext uri="{FF2B5EF4-FFF2-40B4-BE49-F238E27FC236}">
                  <a16:creationId xmlns:a16="http://schemas.microsoft.com/office/drawing/2014/main" id="{A07A0919-F7C8-0940-A75F-A45DC890DCC5}"/>
                </a:ext>
              </a:extLst>
            </p:cNvPr>
            <p:cNvSpPr/>
            <p:nvPr/>
          </p:nvSpPr>
          <p:spPr>
            <a:xfrm>
              <a:off x="4225826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2" name="Forme libre 71">
              <a:extLst>
                <a:ext uri="{FF2B5EF4-FFF2-40B4-BE49-F238E27FC236}">
                  <a16:creationId xmlns:a16="http://schemas.microsoft.com/office/drawing/2014/main" id="{630378C9-8075-FD4E-9A0D-09B93819B2FD}"/>
                </a:ext>
              </a:extLst>
            </p:cNvPr>
            <p:cNvSpPr/>
            <p:nvPr/>
          </p:nvSpPr>
          <p:spPr>
            <a:xfrm>
              <a:off x="4275422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3" name="Forme libre 72">
              <a:extLst>
                <a:ext uri="{FF2B5EF4-FFF2-40B4-BE49-F238E27FC236}">
                  <a16:creationId xmlns:a16="http://schemas.microsoft.com/office/drawing/2014/main" id="{C3E15FCC-D446-9C47-95C2-486EB70CAF2D}"/>
                </a:ext>
              </a:extLst>
            </p:cNvPr>
            <p:cNvSpPr/>
            <p:nvPr/>
          </p:nvSpPr>
          <p:spPr>
            <a:xfrm>
              <a:off x="4630589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4" name="Forme libre 73">
              <a:extLst>
                <a:ext uri="{FF2B5EF4-FFF2-40B4-BE49-F238E27FC236}">
                  <a16:creationId xmlns:a16="http://schemas.microsoft.com/office/drawing/2014/main" id="{841B249B-3D04-1D41-8402-E7B0FE5A675D}"/>
                </a:ext>
              </a:extLst>
            </p:cNvPr>
            <p:cNvSpPr/>
            <p:nvPr/>
          </p:nvSpPr>
          <p:spPr>
            <a:xfrm>
              <a:off x="4680185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5" name="Forme libre 74">
              <a:extLst>
                <a:ext uri="{FF2B5EF4-FFF2-40B4-BE49-F238E27FC236}">
                  <a16:creationId xmlns:a16="http://schemas.microsoft.com/office/drawing/2014/main" id="{2B833711-6190-2349-A326-F10982C398C6}"/>
                </a:ext>
              </a:extLst>
            </p:cNvPr>
            <p:cNvSpPr/>
            <p:nvPr/>
          </p:nvSpPr>
          <p:spPr>
            <a:xfrm>
              <a:off x="4630589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6" name="Forme libre 75">
              <a:extLst>
                <a:ext uri="{FF2B5EF4-FFF2-40B4-BE49-F238E27FC236}">
                  <a16:creationId xmlns:a16="http://schemas.microsoft.com/office/drawing/2014/main" id="{909D463B-1F55-A64F-82D8-286BC6804431}"/>
                </a:ext>
              </a:extLst>
            </p:cNvPr>
            <p:cNvSpPr/>
            <p:nvPr/>
          </p:nvSpPr>
          <p:spPr>
            <a:xfrm>
              <a:off x="4680185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7" name="Forme libre 76">
              <a:extLst>
                <a:ext uri="{FF2B5EF4-FFF2-40B4-BE49-F238E27FC236}">
                  <a16:creationId xmlns:a16="http://schemas.microsoft.com/office/drawing/2014/main" id="{E3294A03-A8F0-AF48-8BC9-A8D124D2F8FF}"/>
                </a:ext>
              </a:extLst>
            </p:cNvPr>
            <p:cNvSpPr/>
            <p:nvPr/>
          </p:nvSpPr>
          <p:spPr>
            <a:xfrm>
              <a:off x="4630589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8" name="Forme libre 77">
              <a:extLst>
                <a:ext uri="{FF2B5EF4-FFF2-40B4-BE49-F238E27FC236}">
                  <a16:creationId xmlns:a16="http://schemas.microsoft.com/office/drawing/2014/main" id="{4FEF5C24-5D7F-9942-8339-BDD64D66BD5B}"/>
                </a:ext>
              </a:extLst>
            </p:cNvPr>
            <p:cNvSpPr/>
            <p:nvPr/>
          </p:nvSpPr>
          <p:spPr>
            <a:xfrm>
              <a:off x="4680185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9" name="Forme libre 78">
              <a:extLst>
                <a:ext uri="{FF2B5EF4-FFF2-40B4-BE49-F238E27FC236}">
                  <a16:creationId xmlns:a16="http://schemas.microsoft.com/office/drawing/2014/main" id="{5C9A60D5-F601-4144-9387-665EEE8EADBD}"/>
                </a:ext>
              </a:extLst>
            </p:cNvPr>
            <p:cNvSpPr/>
            <p:nvPr/>
          </p:nvSpPr>
          <p:spPr>
            <a:xfrm>
              <a:off x="4630589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0" name="Forme libre 79">
              <a:extLst>
                <a:ext uri="{FF2B5EF4-FFF2-40B4-BE49-F238E27FC236}">
                  <a16:creationId xmlns:a16="http://schemas.microsoft.com/office/drawing/2014/main" id="{4CA727E3-804E-5E46-9B28-615C54CDD04E}"/>
                </a:ext>
              </a:extLst>
            </p:cNvPr>
            <p:cNvSpPr/>
            <p:nvPr/>
          </p:nvSpPr>
          <p:spPr>
            <a:xfrm>
              <a:off x="4680185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1" name="Forme libre 80">
              <a:extLst>
                <a:ext uri="{FF2B5EF4-FFF2-40B4-BE49-F238E27FC236}">
                  <a16:creationId xmlns:a16="http://schemas.microsoft.com/office/drawing/2014/main" id="{52BF0F8B-D3AD-CB41-BDBA-8C6C201B18E6}"/>
                </a:ext>
              </a:extLst>
            </p:cNvPr>
            <p:cNvSpPr/>
            <p:nvPr/>
          </p:nvSpPr>
          <p:spPr>
            <a:xfrm>
              <a:off x="4630589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2" name="Forme libre 81">
              <a:extLst>
                <a:ext uri="{FF2B5EF4-FFF2-40B4-BE49-F238E27FC236}">
                  <a16:creationId xmlns:a16="http://schemas.microsoft.com/office/drawing/2014/main" id="{8FD850FA-5624-6045-9DE6-1DAB4027AF47}"/>
                </a:ext>
              </a:extLst>
            </p:cNvPr>
            <p:cNvSpPr/>
            <p:nvPr/>
          </p:nvSpPr>
          <p:spPr>
            <a:xfrm>
              <a:off x="4680185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3" name="Forme libre 82">
              <a:extLst>
                <a:ext uri="{FF2B5EF4-FFF2-40B4-BE49-F238E27FC236}">
                  <a16:creationId xmlns:a16="http://schemas.microsoft.com/office/drawing/2014/main" id="{633C3734-48EE-5348-854C-434E4CB25B2E}"/>
                </a:ext>
              </a:extLst>
            </p:cNvPr>
            <p:cNvSpPr/>
            <p:nvPr/>
          </p:nvSpPr>
          <p:spPr>
            <a:xfrm>
              <a:off x="4630589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4" name="Forme libre 83">
              <a:extLst>
                <a:ext uri="{FF2B5EF4-FFF2-40B4-BE49-F238E27FC236}">
                  <a16:creationId xmlns:a16="http://schemas.microsoft.com/office/drawing/2014/main" id="{7AF92CB0-B118-6644-8C70-E36C664E0620}"/>
                </a:ext>
              </a:extLst>
            </p:cNvPr>
            <p:cNvSpPr/>
            <p:nvPr/>
          </p:nvSpPr>
          <p:spPr>
            <a:xfrm>
              <a:off x="4680185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5" name="Forme libre 84">
              <a:extLst>
                <a:ext uri="{FF2B5EF4-FFF2-40B4-BE49-F238E27FC236}">
                  <a16:creationId xmlns:a16="http://schemas.microsoft.com/office/drawing/2014/main" id="{67378334-309D-CE47-B7C8-09632C53E780}"/>
                </a:ext>
              </a:extLst>
            </p:cNvPr>
            <p:cNvSpPr/>
            <p:nvPr/>
          </p:nvSpPr>
          <p:spPr>
            <a:xfrm>
              <a:off x="4630589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6" name="Forme libre 85">
              <a:extLst>
                <a:ext uri="{FF2B5EF4-FFF2-40B4-BE49-F238E27FC236}">
                  <a16:creationId xmlns:a16="http://schemas.microsoft.com/office/drawing/2014/main" id="{C4F82560-3007-6C49-8EA2-D413077CBD14}"/>
                </a:ext>
              </a:extLst>
            </p:cNvPr>
            <p:cNvSpPr/>
            <p:nvPr/>
          </p:nvSpPr>
          <p:spPr>
            <a:xfrm>
              <a:off x="4680185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7" name="Forme libre 86">
              <a:extLst>
                <a:ext uri="{FF2B5EF4-FFF2-40B4-BE49-F238E27FC236}">
                  <a16:creationId xmlns:a16="http://schemas.microsoft.com/office/drawing/2014/main" id="{5FE54156-44AB-D14A-B403-2CD60D60B08E}"/>
                </a:ext>
              </a:extLst>
            </p:cNvPr>
            <p:cNvSpPr/>
            <p:nvPr/>
          </p:nvSpPr>
          <p:spPr>
            <a:xfrm>
              <a:off x="4630589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8" name="Forme libre 87">
              <a:extLst>
                <a:ext uri="{FF2B5EF4-FFF2-40B4-BE49-F238E27FC236}">
                  <a16:creationId xmlns:a16="http://schemas.microsoft.com/office/drawing/2014/main" id="{7D6DB6C0-2C9E-6C4D-8DD0-E9783359CCFA}"/>
                </a:ext>
              </a:extLst>
            </p:cNvPr>
            <p:cNvSpPr/>
            <p:nvPr/>
          </p:nvSpPr>
          <p:spPr>
            <a:xfrm>
              <a:off x="4680185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9" name="Forme libre 88">
              <a:extLst>
                <a:ext uri="{FF2B5EF4-FFF2-40B4-BE49-F238E27FC236}">
                  <a16:creationId xmlns:a16="http://schemas.microsoft.com/office/drawing/2014/main" id="{ED267D98-C77F-284A-B6CE-F30489C50257}"/>
                </a:ext>
              </a:extLst>
            </p:cNvPr>
            <p:cNvSpPr/>
            <p:nvPr/>
          </p:nvSpPr>
          <p:spPr>
            <a:xfrm>
              <a:off x="4630589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7C1D29D3-206E-DB4C-BA96-5C5AFA2439BF}"/>
                </a:ext>
              </a:extLst>
            </p:cNvPr>
            <p:cNvSpPr/>
            <p:nvPr/>
          </p:nvSpPr>
          <p:spPr>
            <a:xfrm>
              <a:off x="4680185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1" name="Forme libre 90">
              <a:extLst>
                <a:ext uri="{FF2B5EF4-FFF2-40B4-BE49-F238E27FC236}">
                  <a16:creationId xmlns:a16="http://schemas.microsoft.com/office/drawing/2014/main" id="{361CF260-223C-A943-B28F-9D47F8115E15}"/>
                </a:ext>
              </a:extLst>
            </p:cNvPr>
            <p:cNvSpPr/>
            <p:nvPr/>
          </p:nvSpPr>
          <p:spPr>
            <a:xfrm>
              <a:off x="4630589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2" name="Forme libre 91">
              <a:extLst>
                <a:ext uri="{FF2B5EF4-FFF2-40B4-BE49-F238E27FC236}">
                  <a16:creationId xmlns:a16="http://schemas.microsoft.com/office/drawing/2014/main" id="{3B685B31-7BD5-5248-958F-EFABC9B00F0D}"/>
                </a:ext>
              </a:extLst>
            </p:cNvPr>
            <p:cNvSpPr/>
            <p:nvPr/>
          </p:nvSpPr>
          <p:spPr>
            <a:xfrm>
              <a:off x="4680185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3" name="Forme libre 92">
              <a:extLst>
                <a:ext uri="{FF2B5EF4-FFF2-40B4-BE49-F238E27FC236}">
                  <a16:creationId xmlns:a16="http://schemas.microsoft.com/office/drawing/2014/main" id="{564E674B-BC8A-814F-88CC-BD5E3E2FA8F6}"/>
                </a:ext>
              </a:extLst>
            </p:cNvPr>
            <p:cNvSpPr/>
            <p:nvPr/>
          </p:nvSpPr>
          <p:spPr>
            <a:xfrm>
              <a:off x="5035352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4" name="Forme libre 93">
              <a:extLst>
                <a:ext uri="{FF2B5EF4-FFF2-40B4-BE49-F238E27FC236}">
                  <a16:creationId xmlns:a16="http://schemas.microsoft.com/office/drawing/2014/main" id="{4139CE05-08C1-F84C-B88A-4C8C60BFC9FD}"/>
                </a:ext>
              </a:extLst>
            </p:cNvPr>
            <p:cNvSpPr/>
            <p:nvPr/>
          </p:nvSpPr>
          <p:spPr>
            <a:xfrm>
              <a:off x="5084948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5" name="Forme libre 94">
              <a:extLst>
                <a:ext uri="{FF2B5EF4-FFF2-40B4-BE49-F238E27FC236}">
                  <a16:creationId xmlns:a16="http://schemas.microsoft.com/office/drawing/2014/main" id="{9FD452A1-4C20-ED40-A740-DB7C2A224797}"/>
                </a:ext>
              </a:extLst>
            </p:cNvPr>
            <p:cNvSpPr/>
            <p:nvPr/>
          </p:nvSpPr>
          <p:spPr>
            <a:xfrm>
              <a:off x="5035352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6" name="Forme libre 95">
              <a:extLst>
                <a:ext uri="{FF2B5EF4-FFF2-40B4-BE49-F238E27FC236}">
                  <a16:creationId xmlns:a16="http://schemas.microsoft.com/office/drawing/2014/main" id="{A3BC9E0D-127C-1840-8536-47B987E40783}"/>
                </a:ext>
              </a:extLst>
            </p:cNvPr>
            <p:cNvSpPr/>
            <p:nvPr/>
          </p:nvSpPr>
          <p:spPr>
            <a:xfrm>
              <a:off x="5084948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7" name="Forme libre 96">
              <a:extLst>
                <a:ext uri="{FF2B5EF4-FFF2-40B4-BE49-F238E27FC236}">
                  <a16:creationId xmlns:a16="http://schemas.microsoft.com/office/drawing/2014/main" id="{67D416F2-D725-554D-9814-E943B2C2A1DB}"/>
                </a:ext>
              </a:extLst>
            </p:cNvPr>
            <p:cNvSpPr/>
            <p:nvPr/>
          </p:nvSpPr>
          <p:spPr>
            <a:xfrm>
              <a:off x="5035352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8" name="Forme libre 97">
              <a:extLst>
                <a:ext uri="{FF2B5EF4-FFF2-40B4-BE49-F238E27FC236}">
                  <a16:creationId xmlns:a16="http://schemas.microsoft.com/office/drawing/2014/main" id="{8450B0F2-F26F-5E47-884F-9300045B60B4}"/>
                </a:ext>
              </a:extLst>
            </p:cNvPr>
            <p:cNvSpPr/>
            <p:nvPr/>
          </p:nvSpPr>
          <p:spPr>
            <a:xfrm>
              <a:off x="5084948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9" name="Forme libre 98">
              <a:extLst>
                <a:ext uri="{FF2B5EF4-FFF2-40B4-BE49-F238E27FC236}">
                  <a16:creationId xmlns:a16="http://schemas.microsoft.com/office/drawing/2014/main" id="{19B32AED-7CDA-D54A-BAA1-D813948E8466}"/>
                </a:ext>
              </a:extLst>
            </p:cNvPr>
            <p:cNvSpPr/>
            <p:nvPr/>
          </p:nvSpPr>
          <p:spPr>
            <a:xfrm>
              <a:off x="5035352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0" name="Forme libre 99">
              <a:extLst>
                <a:ext uri="{FF2B5EF4-FFF2-40B4-BE49-F238E27FC236}">
                  <a16:creationId xmlns:a16="http://schemas.microsoft.com/office/drawing/2014/main" id="{A248F117-2327-FE4B-B0F2-2F2832AE2019}"/>
                </a:ext>
              </a:extLst>
            </p:cNvPr>
            <p:cNvSpPr/>
            <p:nvPr/>
          </p:nvSpPr>
          <p:spPr>
            <a:xfrm>
              <a:off x="5084948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1" name="Forme libre 100">
              <a:extLst>
                <a:ext uri="{FF2B5EF4-FFF2-40B4-BE49-F238E27FC236}">
                  <a16:creationId xmlns:a16="http://schemas.microsoft.com/office/drawing/2014/main" id="{9EAC9F8D-E101-AF4C-A608-F8DF3CF4E8EB}"/>
                </a:ext>
              </a:extLst>
            </p:cNvPr>
            <p:cNvSpPr/>
            <p:nvPr/>
          </p:nvSpPr>
          <p:spPr>
            <a:xfrm>
              <a:off x="5035352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2" name="Forme libre 101">
              <a:extLst>
                <a:ext uri="{FF2B5EF4-FFF2-40B4-BE49-F238E27FC236}">
                  <a16:creationId xmlns:a16="http://schemas.microsoft.com/office/drawing/2014/main" id="{AD612E45-3F67-E74D-B241-E6B4C3084002}"/>
                </a:ext>
              </a:extLst>
            </p:cNvPr>
            <p:cNvSpPr/>
            <p:nvPr/>
          </p:nvSpPr>
          <p:spPr>
            <a:xfrm>
              <a:off x="5084948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3" name="Forme libre 102">
              <a:extLst>
                <a:ext uri="{FF2B5EF4-FFF2-40B4-BE49-F238E27FC236}">
                  <a16:creationId xmlns:a16="http://schemas.microsoft.com/office/drawing/2014/main" id="{63CA44C0-11E9-FC42-879F-F90919D46AFE}"/>
                </a:ext>
              </a:extLst>
            </p:cNvPr>
            <p:cNvSpPr/>
            <p:nvPr/>
          </p:nvSpPr>
          <p:spPr>
            <a:xfrm>
              <a:off x="5035352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4" name="Forme libre 103">
              <a:extLst>
                <a:ext uri="{FF2B5EF4-FFF2-40B4-BE49-F238E27FC236}">
                  <a16:creationId xmlns:a16="http://schemas.microsoft.com/office/drawing/2014/main" id="{017361D9-C47A-5C4D-B2B2-C3683B63BB6E}"/>
                </a:ext>
              </a:extLst>
            </p:cNvPr>
            <p:cNvSpPr/>
            <p:nvPr/>
          </p:nvSpPr>
          <p:spPr>
            <a:xfrm>
              <a:off x="5084948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5" name="Forme libre 104">
              <a:extLst>
                <a:ext uri="{FF2B5EF4-FFF2-40B4-BE49-F238E27FC236}">
                  <a16:creationId xmlns:a16="http://schemas.microsoft.com/office/drawing/2014/main" id="{2B33E84A-901C-044A-9079-65A3726F11AC}"/>
                </a:ext>
              </a:extLst>
            </p:cNvPr>
            <p:cNvSpPr/>
            <p:nvPr/>
          </p:nvSpPr>
          <p:spPr>
            <a:xfrm>
              <a:off x="5035352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6" name="Forme libre 105">
              <a:extLst>
                <a:ext uri="{FF2B5EF4-FFF2-40B4-BE49-F238E27FC236}">
                  <a16:creationId xmlns:a16="http://schemas.microsoft.com/office/drawing/2014/main" id="{DD6A24DD-C294-3846-B41C-7437CDFC9E39}"/>
                </a:ext>
              </a:extLst>
            </p:cNvPr>
            <p:cNvSpPr/>
            <p:nvPr/>
          </p:nvSpPr>
          <p:spPr>
            <a:xfrm>
              <a:off x="5084948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7" name="Forme libre 106">
              <a:extLst>
                <a:ext uri="{FF2B5EF4-FFF2-40B4-BE49-F238E27FC236}">
                  <a16:creationId xmlns:a16="http://schemas.microsoft.com/office/drawing/2014/main" id="{5C77C5B0-70DD-0646-A0A9-444B4B304A00}"/>
                </a:ext>
              </a:extLst>
            </p:cNvPr>
            <p:cNvSpPr/>
            <p:nvPr/>
          </p:nvSpPr>
          <p:spPr>
            <a:xfrm>
              <a:off x="5035352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8" name="Forme libre 107">
              <a:extLst>
                <a:ext uri="{FF2B5EF4-FFF2-40B4-BE49-F238E27FC236}">
                  <a16:creationId xmlns:a16="http://schemas.microsoft.com/office/drawing/2014/main" id="{80A8A5F4-6012-6B44-B0F5-3B4E6CA268FD}"/>
                </a:ext>
              </a:extLst>
            </p:cNvPr>
            <p:cNvSpPr/>
            <p:nvPr/>
          </p:nvSpPr>
          <p:spPr>
            <a:xfrm>
              <a:off x="5084948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9" name="Forme libre 108">
              <a:extLst>
                <a:ext uri="{FF2B5EF4-FFF2-40B4-BE49-F238E27FC236}">
                  <a16:creationId xmlns:a16="http://schemas.microsoft.com/office/drawing/2014/main" id="{349DBE89-D1AA-3349-8D02-97D0ED9238DA}"/>
                </a:ext>
              </a:extLst>
            </p:cNvPr>
            <p:cNvSpPr/>
            <p:nvPr/>
          </p:nvSpPr>
          <p:spPr>
            <a:xfrm>
              <a:off x="5035352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0" name="Forme libre 109">
              <a:extLst>
                <a:ext uri="{FF2B5EF4-FFF2-40B4-BE49-F238E27FC236}">
                  <a16:creationId xmlns:a16="http://schemas.microsoft.com/office/drawing/2014/main" id="{37DA2FA1-E39D-BE47-B58D-CF173A372F53}"/>
                </a:ext>
              </a:extLst>
            </p:cNvPr>
            <p:cNvSpPr/>
            <p:nvPr/>
          </p:nvSpPr>
          <p:spPr>
            <a:xfrm>
              <a:off x="5084948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1" name="Forme libre 110">
              <a:extLst>
                <a:ext uri="{FF2B5EF4-FFF2-40B4-BE49-F238E27FC236}">
                  <a16:creationId xmlns:a16="http://schemas.microsoft.com/office/drawing/2014/main" id="{EDBA7E5E-48BA-CF4A-A740-D4E0E43802FC}"/>
                </a:ext>
              </a:extLst>
            </p:cNvPr>
            <p:cNvSpPr/>
            <p:nvPr/>
          </p:nvSpPr>
          <p:spPr>
            <a:xfrm>
              <a:off x="5035352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2" name="Forme libre 111">
              <a:extLst>
                <a:ext uri="{FF2B5EF4-FFF2-40B4-BE49-F238E27FC236}">
                  <a16:creationId xmlns:a16="http://schemas.microsoft.com/office/drawing/2014/main" id="{606B2913-629C-5B45-871F-D4B9C9C7EE2E}"/>
                </a:ext>
              </a:extLst>
            </p:cNvPr>
            <p:cNvSpPr/>
            <p:nvPr/>
          </p:nvSpPr>
          <p:spPr>
            <a:xfrm>
              <a:off x="5084948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3" name="Forme libre 112">
              <a:extLst>
                <a:ext uri="{FF2B5EF4-FFF2-40B4-BE49-F238E27FC236}">
                  <a16:creationId xmlns:a16="http://schemas.microsoft.com/office/drawing/2014/main" id="{EBC19F43-2014-8B48-9313-403B8B1FC735}"/>
                </a:ext>
              </a:extLst>
            </p:cNvPr>
            <p:cNvSpPr/>
            <p:nvPr/>
          </p:nvSpPr>
          <p:spPr>
            <a:xfrm>
              <a:off x="5440116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4" name="Forme libre 113">
              <a:extLst>
                <a:ext uri="{FF2B5EF4-FFF2-40B4-BE49-F238E27FC236}">
                  <a16:creationId xmlns:a16="http://schemas.microsoft.com/office/drawing/2014/main" id="{2AF46752-79E1-6E46-BC3A-C7E097BB58E0}"/>
                </a:ext>
              </a:extLst>
            </p:cNvPr>
            <p:cNvSpPr/>
            <p:nvPr/>
          </p:nvSpPr>
          <p:spPr>
            <a:xfrm>
              <a:off x="5489711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5" name="Forme libre 114">
              <a:extLst>
                <a:ext uri="{FF2B5EF4-FFF2-40B4-BE49-F238E27FC236}">
                  <a16:creationId xmlns:a16="http://schemas.microsoft.com/office/drawing/2014/main" id="{3F4CF7CB-6477-6444-9895-E35CBB726BF3}"/>
                </a:ext>
              </a:extLst>
            </p:cNvPr>
            <p:cNvSpPr/>
            <p:nvPr/>
          </p:nvSpPr>
          <p:spPr>
            <a:xfrm>
              <a:off x="5440116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6" name="Forme libre 115">
              <a:extLst>
                <a:ext uri="{FF2B5EF4-FFF2-40B4-BE49-F238E27FC236}">
                  <a16:creationId xmlns:a16="http://schemas.microsoft.com/office/drawing/2014/main" id="{EF8FE373-E05F-3443-8634-F50233BC4B30}"/>
                </a:ext>
              </a:extLst>
            </p:cNvPr>
            <p:cNvSpPr/>
            <p:nvPr/>
          </p:nvSpPr>
          <p:spPr>
            <a:xfrm>
              <a:off x="5489711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7" name="Forme libre 116">
              <a:extLst>
                <a:ext uri="{FF2B5EF4-FFF2-40B4-BE49-F238E27FC236}">
                  <a16:creationId xmlns:a16="http://schemas.microsoft.com/office/drawing/2014/main" id="{E50B8C7E-3373-7F43-A6F5-1E7431473036}"/>
                </a:ext>
              </a:extLst>
            </p:cNvPr>
            <p:cNvSpPr/>
            <p:nvPr/>
          </p:nvSpPr>
          <p:spPr>
            <a:xfrm>
              <a:off x="5440116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8" name="Forme libre 117">
              <a:extLst>
                <a:ext uri="{FF2B5EF4-FFF2-40B4-BE49-F238E27FC236}">
                  <a16:creationId xmlns:a16="http://schemas.microsoft.com/office/drawing/2014/main" id="{3ED21E08-856C-BB4F-B7B3-CD036F7150AA}"/>
                </a:ext>
              </a:extLst>
            </p:cNvPr>
            <p:cNvSpPr/>
            <p:nvPr/>
          </p:nvSpPr>
          <p:spPr>
            <a:xfrm>
              <a:off x="5489711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9" name="Forme libre 118">
              <a:extLst>
                <a:ext uri="{FF2B5EF4-FFF2-40B4-BE49-F238E27FC236}">
                  <a16:creationId xmlns:a16="http://schemas.microsoft.com/office/drawing/2014/main" id="{C6332308-F843-ED4E-8F57-9A23371CA14B}"/>
                </a:ext>
              </a:extLst>
            </p:cNvPr>
            <p:cNvSpPr/>
            <p:nvPr/>
          </p:nvSpPr>
          <p:spPr>
            <a:xfrm>
              <a:off x="5440116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0" name="Forme libre 119">
              <a:extLst>
                <a:ext uri="{FF2B5EF4-FFF2-40B4-BE49-F238E27FC236}">
                  <a16:creationId xmlns:a16="http://schemas.microsoft.com/office/drawing/2014/main" id="{4E1EC020-09A4-8347-AD44-34D1DFD1398D}"/>
                </a:ext>
              </a:extLst>
            </p:cNvPr>
            <p:cNvSpPr/>
            <p:nvPr/>
          </p:nvSpPr>
          <p:spPr>
            <a:xfrm>
              <a:off x="5489711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1" name="Forme libre 120">
              <a:extLst>
                <a:ext uri="{FF2B5EF4-FFF2-40B4-BE49-F238E27FC236}">
                  <a16:creationId xmlns:a16="http://schemas.microsoft.com/office/drawing/2014/main" id="{D3FFCE33-C99E-944B-8399-B5E085B5942E}"/>
                </a:ext>
              </a:extLst>
            </p:cNvPr>
            <p:cNvSpPr/>
            <p:nvPr/>
          </p:nvSpPr>
          <p:spPr>
            <a:xfrm>
              <a:off x="5440116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2" name="Forme libre 121">
              <a:extLst>
                <a:ext uri="{FF2B5EF4-FFF2-40B4-BE49-F238E27FC236}">
                  <a16:creationId xmlns:a16="http://schemas.microsoft.com/office/drawing/2014/main" id="{8F071F1A-3211-4D4B-9372-EB4710750A9E}"/>
                </a:ext>
              </a:extLst>
            </p:cNvPr>
            <p:cNvSpPr/>
            <p:nvPr/>
          </p:nvSpPr>
          <p:spPr>
            <a:xfrm>
              <a:off x="5489711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3" name="Forme libre 122">
              <a:extLst>
                <a:ext uri="{FF2B5EF4-FFF2-40B4-BE49-F238E27FC236}">
                  <a16:creationId xmlns:a16="http://schemas.microsoft.com/office/drawing/2014/main" id="{57E138F9-63FF-574B-8C8D-A01E903CC3BF}"/>
                </a:ext>
              </a:extLst>
            </p:cNvPr>
            <p:cNvSpPr/>
            <p:nvPr/>
          </p:nvSpPr>
          <p:spPr>
            <a:xfrm>
              <a:off x="5440116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4" name="Forme libre 123">
              <a:extLst>
                <a:ext uri="{FF2B5EF4-FFF2-40B4-BE49-F238E27FC236}">
                  <a16:creationId xmlns:a16="http://schemas.microsoft.com/office/drawing/2014/main" id="{C3D777D8-6DBB-2A4E-AA0C-00FAC39DF0D9}"/>
                </a:ext>
              </a:extLst>
            </p:cNvPr>
            <p:cNvSpPr/>
            <p:nvPr/>
          </p:nvSpPr>
          <p:spPr>
            <a:xfrm>
              <a:off x="5489711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5" name="Forme libre 124">
              <a:extLst>
                <a:ext uri="{FF2B5EF4-FFF2-40B4-BE49-F238E27FC236}">
                  <a16:creationId xmlns:a16="http://schemas.microsoft.com/office/drawing/2014/main" id="{E55F69B3-2129-734B-B989-7FF00F7D1AAD}"/>
                </a:ext>
              </a:extLst>
            </p:cNvPr>
            <p:cNvSpPr/>
            <p:nvPr/>
          </p:nvSpPr>
          <p:spPr>
            <a:xfrm>
              <a:off x="5440116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6" name="Forme libre 125">
              <a:extLst>
                <a:ext uri="{FF2B5EF4-FFF2-40B4-BE49-F238E27FC236}">
                  <a16:creationId xmlns:a16="http://schemas.microsoft.com/office/drawing/2014/main" id="{7794E2C1-56C9-7741-936B-737FB7E93E81}"/>
                </a:ext>
              </a:extLst>
            </p:cNvPr>
            <p:cNvSpPr/>
            <p:nvPr/>
          </p:nvSpPr>
          <p:spPr>
            <a:xfrm>
              <a:off x="5489711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7" name="Forme libre 126">
              <a:extLst>
                <a:ext uri="{FF2B5EF4-FFF2-40B4-BE49-F238E27FC236}">
                  <a16:creationId xmlns:a16="http://schemas.microsoft.com/office/drawing/2014/main" id="{711460F4-D077-2F4D-8132-F83F598AA5A5}"/>
                </a:ext>
              </a:extLst>
            </p:cNvPr>
            <p:cNvSpPr/>
            <p:nvPr/>
          </p:nvSpPr>
          <p:spPr>
            <a:xfrm>
              <a:off x="5440116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8" name="Forme libre 127">
              <a:extLst>
                <a:ext uri="{FF2B5EF4-FFF2-40B4-BE49-F238E27FC236}">
                  <a16:creationId xmlns:a16="http://schemas.microsoft.com/office/drawing/2014/main" id="{E6362527-1799-0C46-AA63-F388D1E09BD6}"/>
                </a:ext>
              </a:extLst>
            </p:cNvPr>
            <p:cNvSpPr/>
            <p:nvPr/>
          </p:nvSpPr>
          <p:spPr>
            <a:xfrm>
              <a:off x="5489711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9" name="Forme libre 128">
              <a:extLst>
                <a:ext uri="{FF2B5EF4-FFF2-40B4-BE49-F238E27FC236}">
                  <a16:creationId xmlns:a16="http://schemas.microsoft.com/office/drawing/2014/main" id="{8DA41100-0004-444D-9C78-9B4BF9217F67}"/>
                </a:ext>
              </a:extLst>
            </p:cNvPr>
            <p:cNvSpPr/>
            <p:nvPr/>
          </p:nvSpPr>
          <p:spPr>
            <a:xfrm>
              <a:off x="5440116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0" name="Forme libre 129">
              <a:extLst>
                <a:ext uri="{FF2B5EF4-FFF2-40B4-BE49-F238E27FC236}">
                  <a16:creationId xmlns:a16="http://schemas.microsoft.com/office/drawing/2014/main" id="{1BE3F812-87AF-AD44-A2C8-5E3E18CE2192}"/>
                </a:ext>
              </a:extLst>
            </p:cNvPr>
            <p:cNvSpPr/>
            <p:nvPr/>
          </p:nvSpPr>
          <p:spPr>
            <a:xfrm>
              <a:off x="5489711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1" name="Forme libre 130">
              <a:extLst>
                <a:ext uri="{FF2B5EF4-FFF2-40B4-BE49-F238E27FC236}">
                  <a16:creationId xmlns:a16="http://schemas.microsoft.com/office/drawing/2014/main" id="{2E364581-0BDE-9247-AE0A-C02F2C00A8C9}"/>
                </a:ext>
              </a:extLst>
            </p:cNvPr>
            <p:cNvSpPr/>
            <p:nvPr/>
          </p:nvSpPr>
          <p:spPr>
            <a:xfrm>
              <a:off x="5440116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2" name="Forme libre 131">
              <a:extLst>
                <a:ext uri="{FF2B5EF4-FFF2-40B4-BE49-F238E27FC236}">
                  <a16:creationId xmlns:a16="http://schemas.microsoft.com/office/drawing/2014/main" id="{31B208A0-FBD5-354E-8E39-E3E1F882010C}"/>
                </a:ext>
              </a:extLst>
            </p:cNvPr>
            <p:cNvSpPr/>
            <p:nvPr/>
          </p:nvSpPr>
          <p:spPr>
            <a:xfrm>
              <a:off x="5489711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3" name="Forme libre 132">
              <a:extLst>
                <a:ext uri="{FF2B5EF4-FFF2-40B4-BE49-F238E27FC236}">
                  <a16:creationId xmlns:a16="http://schemas.microsoft.com/office/drawing/2014/main" id="{F7CDD041-E55C-9747-8874-CADA23646A28}"/>
                </a:ext>
              </a:extLst>
            </p:cNvPr>
            <p:cNvSpPr/>
            <p:nvPr/>
          </p:nvSpPr>
          <p:spPr>
            <a:xfrm>
              <a:off x="5844879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4" name="Forme libre 133">
              <a:extLst>
                <a:ext uri="{FF2B5EF4-FFF2-40B4-BE49-F238E27FC236}">
                  <a16:creationId xmlns:a16="http://schemas.microsoft.com/office/drawing/2014/main" id="{6DE6CF8F-4FBE-5D4A-987F-974F922FD683}"/>
                </a:ext>
              </a:extLst>
            </p:cNvPr>
            <p:cNvSpPr/>
            <p:nvPr/>
          </p:nvSpPr>
          <p:spPr>
            <a:xfrm>
              <a:off x="5894475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5" name="Forme libre 134">
              <a:extLst>
                <a:ext uri="{FF2B5EF4-FFF2-40B4-BE49-F238E27FC236}">
                  <a16:creationId xmlns:a16="http://schemas.microsoft.com/office/drawing/2014/main" id="{F93ACACF-C3A6-2744-872E-B26433E0C029}"/>
                </a:ext>
              </a:extLst>
            </p:cNvPr>
            <p:cNvSpPr/>
            <p:nvPr/>
          </p:nvSpPr>
          <p:spPr>
            <a:xfrm>
              <a:off x="5844879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6" name="Forme libre 135">
              <a:extLst>
                <a:ext uri="{FF2B5EF4-FFF2-40B4-BE49-F238E27FC236}">
                  <a16:creationId xmlns:a16="http://schemas.microsoft.com/office/drawing/2014/main" id="{A0455050-A25E-2F45-ABCB-9C520DE757A9}"/>
                </a:ext>
              </a:extLst>
            </p:cNvPr>
            <p:cNvSpPr/>
            <p:nvPr/>
          </p:nvSpPr>
          <p:spPr>
            <a:xfrm>
              <a:off x="5894475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7" name="Forme libre 136">
              <a:extLst>
                <a:ext uri="{FF2B5EF4-FFF2-40B4-BE49-F238E27FC236}">
                  <a16:creationId xmlns:a16="http://schemas.microsoft.com/office/drawing/2014/main" id="{A4AC82C0-4FC7-744F-A634-6769B6A63D6D}"/>
                </a:ext>
              </a:extLst>
            </p:cNvPr>
            <p:cNvSpPr/>
            <p:nvPr/>
          </p:nvSpPr>
          <p:spPr>
            <a:xfrm>
              <a:off x="5844879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8" name="Forme libre 137">
              <a:extLst>
                <a:ext uri="{FF2B5EF4-FFF2-40B4-BE49-F238E27FC236}">
                  <a16:creationId xmlns:a16="http://schemas.microsoft.com/office/drawing/2014/main" id="{52DF3C68-BF0E-4849-8DC4-0EF37FFADD18}"/>
                </a:ext>
              </a:extLst>
            </p:cNvPr>
            <p:cNvSpPr/>
            <p:nvPr/>
          </p:nvSpPr>
          <p:spPr>
            <a:xfrm>
              <a:off x="5894475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9" name="Forme libre 138">
              <a:extLst>
                <a:ext uri="{FF2B5EF4-FFF2-40B4-BE49-F238E27FC236}">
                  <a16:creationId xmlns:a16="http://schemas.microsoft.com/office/drawing/2014/main" id="{A673983A-D326-0D4F-9598-0D93E8FCD418}"/>
                </a:ext>
              </a:extLst>
            </p:cNvPr>
            <p:cNvSpPr/>
            <p:nvPr/>
          </p:nvSpPr>
          <p:spPr>
            <a:xfrm>
              <a:off x="5844879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0" name="Forme libre 139">
              <a:extLst>
                <a:ext uri="{FF2B5EF4-FFF2-40B4-BE49-F238E27FC236}">
                  <a16:creationId xmlns:a16="http://schemas.microsoft.com/office/drawing/2014/main" id="{EB88E79F-2BD4-6A47-BCB1-C934E262D1D2}"/>
                </a:ext>
              </a:extLst>
            </p:cNvPr>
            <p:cNvSpPr/>
            <p:nvPr/>
          </p:nvSpPr>
          <p:spPr>
            <a:xfrm>
              <a:off x="5894475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1" name="Forme libre 140">
              <a:extLst>
                <a:ext uri="{FF2B5EF4-FFF2-40B4-BE49-F238E27FC236}">
                  <a16:creationId xmlns:a16="http://schemas.microsoft.com/office/drawing/2014/main" id="{3323CE76-6A8A-2C4E-91B3-749203FEA3D8}"/>
                </a:ext>
              </a:extLst>
            </p:cNvPr>
            <p:cNvSpPr/>
            <p:nvPr/>
          </p:nvSpPr>
          <p:spPr>
            <a:xfrm>
              <a:off x="5844879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2" name="Forme libre 141">
              <a:extLst>
                <a:ext uri="{FF2B5EF4-FFF2-40B4-BE49-F238E27FC236}">
                  <a16:creationId xmlns:a16="http://schemas.microsoft.com/office/drawing/2014/main" id="{D37788F4-9EC7-484C-96AC-3E9BC0E08676}"/>
                </a:ext>
              </a:extLst>
            </p:cNvPr>
            <p:cNvSpPr/>
            <p:nvPr/>
          </p:nvSpPr>
          <p:spPr>
            <a:xfrm>
              <a:off x="5894475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3" name="Forme libre 142">
              <a:extLst>
                <a:ext uri="{FF2B5EF4-FFF2-40B4-BE49-F238E27FC236}">
                  <a16:creationId xmlns:a16="http://schemas.microsoft.com/office/drawing/2014/main" id="{0399A659-DD21-8243-A5CE-A79742881C79}"/>
                </a:ext>
              </a:extLst>
            </p:cNvPr>
            <p:cNvSpPr/>
            <p:nvPr/>
          </p:nvSpPr>
          <p:spPr>
            <a:xfrm>
              <a:off x="5844879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4" name="Forme libre 143">
              <a:extLst>
                <a:ext uri="{FF2B5EF4-FFF2-40B4-BE49-F238E27FC236}">
                  <a16:creationId xmlns:a16="http://schemas.microsoft.com/office/drawing/2014/main" id="{CB33003D-15B1-0F43-8CBF-3BB71FDE2134}"/>
                </a:ext>
              </a:extLst>
            </p:cNvPr>
            <p:cNvSpPr/>
            <p:nvPr/>
          </p:nvSpPr>
          <p:spPr>
            <a:xfrm>
              <a:off x="5894475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5" name="Forme libre 144">
              <a:extLst>
                <a:ext uri="{FF2B5EF4-FFF2-40B4-BE49-F238E27FC236}">
                  <a16:creationId xmlns:a16="http://schemas.microsoft.com/office/drawing/2014/main" id="{F09A175C-0926-2943-A29C-3BA8FC42B163}"/>
                </a:ext>
              </a:extLst>
            </p:cNvPr>
            <p:cNvSpPr/>
            <p:nvPr/>
          </p:nvSpPr>
          <p:spPr>
            <a:xfrm>
              <a:off x="5844879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6" name="Forme libre 145">
              <a:extLst>
                <a:ext uri="{FF2B5EF4-FFF2-40B4-BE49-F238E27FC236}">
                  <a16:creationId xmlns:a16="http://schemas.microsoft.com/office/drawing/2014/main" id="{CF81D21B-2B66-0549-81B7-120F1AE2525E}"/>
                </a:ext>
              </a:extLst>
            </p:cNvPr>
            <p:cNvSpPr/>
            <p:nvPr/>
          </p:nvSpPr>
          <p:spPr>
            <a:xfrm>
              <a:off x="5894475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7" name="Forme libre 146">
              <a:extLst>
                <a:ext uri="{FF2B5EF4-FFF2-40B4-BE49-F238E27FC236}">
                  <a16:creationId xmlns:a16="http://schemas.microsoft.com/office/drawing/2014/main" id="{B6FF9E1B-3C27-5A4E-BCCB-9700D8F338D2}"/>
                </a:ext>
              </a:extLst>
            </p:cNvPr>
            <p:cNvSpPr/>
            <p:nvPr/>
          </p:nvSpPr>
          <p:spPr>
            <a:xfrm>
              <a:off x="5844879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8" name="Forme libre 147">
              <a:extLst>
                <a:ext uri="{FF2B5EF4-FFF2-40B4-BE49-F238E27FC236}">
                  <a16:creationId xmlns:a16="http://schemas.microsoft.com/office/drawing/2014/main" id="{BD9002F3-6854-D544-B8F6-B9E1BA2F7227}"/>
                </a:ext>
              </a:extLst>
            </p:cNvPr>
            <p:cNvSpPr/>
            <p:nvPr/>
          </p:nvSpPr>
          <p:spPr>
            <a:xfrm>
              <a:off x="5894475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9" name="Forme libre 148">
              <a:extLst>
                <a:ext uri="{FF2B5EF4-FFF2-40B4-BE49-F238E27FC236}">
                  <a16:creationId xmlns:a16="http://schemas.microsoft.com/office/drawing/2014/main" id="{04381DE4-C618-104E-8D39-749975795388}"/>
                </a:ext>
              </a:extLst>
            </p:cNvPr>
            <p:cNvSpPr/>
            <p:nvPr/>
          </p:nvSpPr>
          <p:spPr>
            <a:xfrm>
              <a:off x="5844879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0" name="Forme libre 149">
              <a:extLst>
                <a:ext uri="{FF2B5EF4-FFF2-40B4-BE49-F238E27FC236}">
                  <a16:creationId xmlns:a16="http://schemas.microsoft.com/office/drawing/2014/main" id="{1F23645F-BFE1-5E4D-9892-CA7DC596CA96}"/>
                </a:ext>
              </a:extLst>
            </p:cNvPr>
            <p:cNvSpPr/>
            <p:nvPr/>
          </p:nvSpPr>
          <p:spPr>
            <a:xfrm>
              <a:off x="5894475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1" name="Forme libre 150">
              <a:extLst>
                <a:ext uri="{FF2B5EF4-FFF2-40B4-BE49-F238E27FC236}">
                  <a16:creationId xmlns:a16="http://schemas.microsoft.com/office/drawing/2014/main" id="{5DD52319-B755-A44C-B2BD-C9F45911E2ED}"/>
                </a:ext>
              </a:extLst>
            </p:cNvPr>
            <p:cNvSpPr/>
            <p:nvPr/>
          </p:nvSpPr>
          <p:spPr>
            <a:xfrm>
              <a:off x="5844879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2" name="Forme libre 151">
              <a:extLst>
                <a:ext uri="{FF2B5EF4-FFF2-40B4-BE49-F238E27FC236}">
                  <a16:creationId xmlns:a16="http://schemas.microsoft.com/office/drawing/2014/main" id="{51DFAF91-3220-CD41-B4AA-EEBC57AD4ED3}"/>
                </a:ext>
              </a:extLst>
            </p:cNvPr>
            <p:cNvSpPr/>
            <p:nvPr/>
          </p:nvSpPr>
          <p:spPr>
            <a:xfrm>
              <a:off x="5894475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3" name="Forme libre 152">
              <a:extLst>
                <a:ext uri="{FF2B5EF4-FFF2-40B4-BE49-F238E27FC236}">
                  <a16:creationId xmlns:a16="http://schemas.microsoft.com/office/drawing/2014/main" id="{8B95F4DA-6007-8143-A594-54A916524CB0}"/>
                </a:ext>
              </a:extLst>
            </p:cNvPr>
            <p:cNvSpPr/>
            <p:nvPr/>
          </p:nvSpPr>
          <p:spPr>
            <a:xfrm>
              <a:off x="6249642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4" name="Forme libre 153">
              <a:extLst>
                <a:ext uri="{FF2B5EF4-FFF2-40B4-BE49-F238E27FC236}">
                  <a16:creationId xmlns:a16="http://schemas.microsoft.com/office/drawing/2014/main" id="{8BC9B8EB-54D2-5647-9E8A-49278441722B}"/>
                </a:ext>
              </a:extLst>
            </p:cNvPr>
            <p:cNvSpPr/>
            <p:nvPr/>
          </p:nvSpPr>
          <p:spPr>
            <a:xfrm>
              <a:off x="6299238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5" name="Forme libre 154">
              <a:extLst>
                <a:ext uri="{FF2B5EF4-FFF2-40B4-BE49-F238E27FC236}">
                  <a16:creationId xmlns:a16="http://schemas.microsoft.com/office/drawing/2014/main" id="{05638F08-F8E4-9F49-AB16-66E6A698A5BA}"/>
                </a:ext>
              </a:extLst>
            </p:cNvPr>
            <p:cNvSpPr/>
            <p:nvPr/>
          </p:nvSpPr>
          <p:spPr>
            <a:xfrm>
              <a:off x="6249642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6" name="Forme libre 155">
              <a:extLst>
                <a:ext uri="{FF2B5EF4-FFF2-40B4-BE49-F238E27FC236}">
                  <a16:creationId xmlns:a16="http://schemas.microsoft.com/office/drawing/2014/main" id="{80B4F266-6764-2041-A72C-35FF961D38F2}"/>
                </a:ext>
              </a:extLst>
            </p:cNvPr>
            <p:cNvSpPr/>
            <p:nvPr/>
          </p:nvSpPr>
          <p:spPr>
            <a:xfrm>
              <a:off x="6299238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7" name="Forme libre 156">
              <a:extLst>
                <a:ext uri="{FF2B5EF4-FFF2-40B4-BE49-F238E27FC236}">
                  <a16:creationId xmlns:a16="http://schemas.microsoft.com/office/drawing/2014/main" id="{1E5E6A0E-3EA4-004A-BC34-D6E18BBECC8F}"/>
                </a:ext>
              </a:extLst>
            </p:cNvPr>
            <p:cNvSpPr/>
            <p:nvPr/>
          </p:nvSpPr>
          <p:spPr>
            <a:xfrm>
              <a:off x="6249642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8" name="Forme libre 157">
              <a:extLst>
                <a:ext uri="{FF2B5EF4-FFF2-40B4-BE49-F238E27FC236}">
                  <a16:creationId xmlns:a16="http://schemas.microsoft.com/office/drawing/2014/main" id="{E4B2A76E-D76E-5946-9255-8A746AAF8FE9}"/>
                </a:ext>
              </a:extLst>
            </p:cNvPr>
            <p:cNvSpPr/>
            <p:nvPr/>
          </p:nvSpPr>
          <p:spPr>
            <a:xfrm>
              <a:off x="6299238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9" name="Forme libre 158">
              <a:extLst>
                <a:ext uri="{FF2B5EF4-FFF2-40B4-BE49-F238E27FC236}">
                  <a16:creationId xmlns:a16="http://schemas.microsoft.com/office/drawing/2014/main" id="{22A8DDE3-7DC3-ED4F-8F5A-0DEEB0AC4258}"/>
                </a:ext>
              </a:extLst>
            </p:cNvPr>
            <p:cNvSpPr/>
            <p:nvPr/>
          </p:nvSpPr>
          <p:spPr>
            <a:xfrm>
              <a:off x="6249642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0" name="Forme libre 159">
              <a:extLst>
                <a:ext uri="{FF2B5EF4-FFF2-40B4-BE49-F238E27FC236}">
                  <a16:creationId xmlns:a16="http://schemas.microsoft.com/office/drawing/2014/main" id="{14253F20-9C40-3346-9C4A-7243FB63DA62}"/>
                </a:ext>
              </a:extLst>
            </p:cNvPr>
            <p:cNvSpPr/>
            <p:nvPr/>
          </p:nvSpPr>
          <p:spPr>
            <a:xfrm>
              <a:off x="6299238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1" name="Forme libre 160">
              <a:extLst>
                <a:ext uri="{FF2B5EF4-FFF2-40B4-BE49-F238E27FC236}">
                  <a16:creationId xmlns:a16="http://schemas.microsoft.com/office/drawing/2014/main" id="{C5BDFB50-C2C3-F74F-AF56-D71BB9F518D3}"/>
                </a:ext>
              </a:extLst>
            </p:cNvPr>
            <p:cNvSpPr/>
            <p:nvPr/>
          </p:nvSpPr>
          <p:spPr>
            <a:xfrm>
              <a:off x="6249642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2" name="Forme libre 161">
              <a:extLst>
                <a:ext uri="{FF2B5EF4-FFF2-40B4-BE49-F238E27FC236}">
                  <a16:creationId xmlns:a16="http://schemas.microsoft.com/office/drawing/2014/main" id="{532FFDD7-2D8E-594E-BC48-153A240C4385}"/>
                </a:ext>
              </a:extLst>
            </p:cNvPr>
            <p:cNvSpPr/>
            <p:nvPr/>
          </p:nvSpPr>
          <p:spPr>
            <a:xfrm>
              <a:off x="6299238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3" name="Forme libre 162">
              <a:extLst>
                <a:ext uri="{FF2B5EF4-FFF2-40B4-BE49-F238E27FC236}">
                  <a16:creationId xmlns:a16="http://schemas.microsoft.com/office/drawing/2014/main" id="{F9B58706-21E0-8A40-B898-0679D64093A8}"/>
                </a:ext>
              </a:extLst>
            </p:cNvPr>
            <p:cNvSpPr/>
            <p:nvPr/>
          </p:nvSpPr>
          <p:spPr>
            <a:xfrm>
              <a:off x="6249642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4" name="Forme libre 163">
              <a:extLst>
                <a:ext uri="{FF2B5EF4-FFF2-40B4-BE49-F238E27FC236}">
                  <a16:creationId xmlns:a16="http://schemas.microsoft.com/office/drawing/2014/main" id="{8023D267-680B-A441-9FE4-641B0E32C02A}"/>
                </a:ext>
              </a:extLst>
            </p:cNvPr>
            <p:cNvSpPr/>
            <p:nvPr/>
          </p:nvSpPr>
          <p:spPr>
            <a:xfrm>
              <a:off x="6299238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5" name="Forme libre 164">
              <a:extLst>
                <a:ext uri="{FF2B5EF4-FFF2-40B4-BE49-F238E27FC236}">
                  <a16:creationId xmlns:a16="http://schemas.microsoft.com/office/drawing/2014/main" id="{88A65403-9C15-2648-8B4F-733B4DC784C0}"/>
                </a:ext>
              </a:extLst>
            </p:cNvPr>
            <p:cNvSpPr/>
            <p:nvPr/>
          </p:nvSpPr>
          <p:spPr>
            <a:xfrm>
              <a:off x="6249642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6" name="Forme libre 165">
              <a:extLst>
                <a:ext uri="{FF2B5EF4-FFF2-40B4-BE49-F238E27FC236}">
                  <a16:creationId xmlns:a16="http://schemas.microsoft.com/office/drawing/2014/main" id="{01F3AA61-5099-1F42-84B4-754EC206C77A}"/>
                </a:ext>
              </a:extLst>
            </p:cNvPr>
            <p:cNvSpPr/>
            <p:nvPr/>
          </p:nvSpPr>
          <p:spPr>
            <a:xfrm>
              <a:off x="6299238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7" name="Forme libre 166">
              <a:extLst>
                <a:ext uri="{FF2B5EF4-FFF2-40B4-BE49-F238E27FC236}">
                  <a16:creationId xmlns:a16="http://schemas.microsoft.com/office/drawing/2014/main" id="{32FBF620-02BB-9043-A672-A225C774BFFB}"/>
                </a:ext>
              </a:extLst>
            </p:cNvPr>
            <p:cNvSpPr/>
            <p:nvPr/>
          </p:nvSpPr>
          <p:spPr>
            <a:xfrm>
              <a:off x="6249642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8" name="Forme libre 167">
              <a:extLst>
                <a:ext uri="{FF2B5EF4-FFF2-40B4-BE49-F238E27FC236}">
                  <a16:creationId xmlns:a16="http://schemas.microsoft.com/office/drawing/2014/main" id="{570E205D-F561-4446-8D53-FA52BABF2FB5}"/>
                </a:ext>
              </a:extLst>
            </p:cNvPr>
            <p:cNvSpPr/>
            <p:nvPr/>
          </p:nvSpPr>
          <p:spPr>
            <a:xfrm>
              <a:off x="6299238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9" name="Forme libre 168">
              <a:extLst>
                <a:ext uri="{FF2B5EF4-FFF2-40B4-BE49-F238E27FC236}">
                  <a16:creationId xmlns:a16="http://schemas.microsoft.com/office/drawing/2014/main" id="{E60228CF-028B-F949-97BA-50BAC80064D1}"/>
                </a:ext>
              </a:extLst>
            </p:cNvPr>
            <p:cNvSpPr/>
            <p:nvPr/>
          </p:nvSpPr>
          <p:spPr>
            <a:xfrm>
              <a:off x="6249642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0" name="Forme libre 169">
              <a:extLst>
                <a:ext uri="{FF2B5EF4-FFF2-40B4-BE49-F238E27FC236}">
                  <a16:creationId xmlns:a16="http://schemas.microsoft.com/office/drawing/2014/main" id="{96F9B0AF-7548-9648-A805-A7AEB437957A}"/>
                </a:ext>
              </a:extLst>
            </p:cNvPr>
            <p:cNvSpPr/>
            <p:nvPr/>
          </p:nvSpPr>
          <p:spPr>
            <a:xfrm>
              <a:off x="6299238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1" name="Forme libre 170">
              <a:extLst>
                <a:ext uri="{FF2B5EF4-FFF2-40B4-BE49-F238E27FC236}">
                  <a16:creationId xmlns:a16="http://schemas.microsoft.com/office/drawing/2014/main" id="{74D3954E-3BA8-1540-AB8A-19ECEE9A1989}"/>
                </a:ext>
              </a:extLst>
            </p:cNvPr>
            <p:cNvSpPr/>
            <p:nvPr/>
          </p:nvSpPr>
          <p:spPr>
            <a:xfrm>
              <a:off x="6249642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2" name="Forme libre 171">
              <a:extLst>
                <a:ext uri="{FF2B5EF4-FFF2-40B4-BE49-F238E27FC236}">
                  <a16:creationId xmlns:a16="http://schemas.microsoft.com/office/drawing/2014/main" id="{6638C275-4171-4646-9627-78823E75A40A}"/>
                </a:ext>
              </a:extLst>
            </p:cNvPr>
            <p:cNvSpPr/>
            <p:nvPr/>
          </p:nvSpPr>
          <p:spPr>
            <a:xfrm>
              <a:off x="6299238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3" name="Forme libre 172">
              <a:extLst>
                <a:ext uri="{FF2B5EF4-FFF2-40B4-BE49-F238E27FC236}">
                  <a16:creationId xmlns:a16="http://schemas.microsoft.com/office/drawing/2014/main" id="{526FFC3C-D98C-FF4C-B7F4-258F3CB670E0}"/>
                </a:ext>
              </a:extLst>
            </p:cNvPr>
            <p:cNvSpPr/>
            <p:nvPr/>
          </p:nvSpPr>
          <p:spPr>
            <a:xfrm>
              <a:off x="6654405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4" name="Forme libre 173">
              <a:extLst>
                <a:ext uri="{FF2B5EF4-FFF2-40B4-BE49-F238E27FC236}">
                  <a16:creationId xmlns:a16="http://schemas.microsoft.com/office/drawing/2014/main" id="{41E23A72-6765-774F-B56A-A7C0B0C267C8}"/>
                </a:ext>
              </a:extLst>
            </p:cNvPr>
            <p:cNvSpPr/>
            <p:nvPr/>
          </p:nvSpPr>
          <p:spPr>
            <a:xfrm>
              <a:off x="6704001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5" name="Forme libre 174">
              <a:extLst>
                <a:ext uri="{FF2B5EF4-FFF2-40B4-BE49-F238E27FC236}">
                  <a16:creationId xmlns:a16="http://schemas.microsoft.com/office/drawing/2014/main" id="{B2F904E2-0D6A-DE4B-9D7D-576DC6B33873}"/>
                </a:ext>
              </a:extLst>
            </p:cNvPr>
            <p:cNvSpPr/>
            <p:nvPr/>
          </p:nvSpPr>
          <p:spPr>
            <a:xfrm>
              <a:off x="6654405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6" name="Forme libre 175">
              <a:extLst>
                <a:ext uri="{FF2B5EF4-FFF2-40B4-BE49-F238E27FC236}">
                  <a16:creationId xmlns:a16="http://schemas.microsoft.com/office/drawing/2014/main" id="{A4E8E45C-00A5-6249-9D89-46102953640C}"/>
                </a:ext>
              </a:extLst>
            </p:cNvPr>
            <p:cNvSpPr/>
            <p:nvPr/>
          </p:nvSpPr>
          <p:spPr>
            <a:xfrm>
              <a:off x="6704001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7" name="Forme libre 176">
              <a:extLst>
                <a:ext uri="{FF2B5EF4-FFF2-40B4-BE49-F238E27FC236}">
                  <a16:creationId xmlns:a16="http://schemas.microsoft.com/office/drawing/2014/main" id="{AB6D0851-694D-7D4D-A086-7876546D4C9B}"/>
                </a:ext>
              </a:extLst>
            </p:cNvPr>
            <p:cNvSpPr/>
            <p:nvPr/>
          </p:nvSpPr>
          <p:spPr>
            <a:xfrm>
              <a:off x="6654405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8" name="Forme libre 177">
              <a:extLst>
                <a:ext uri="{FF2B5EF4-FFF2-40B4-BE49-F238E27FC236}">
                  <a16:creationId xmlns:a16="http://schemas.microsoft.com/office/drawing/2014/main" id="{B2DAC926-E770-8840-8B4F-0678147AB959}"/>
                </a:ext>
              </a:extLst>
            </p:cNvPr>
            <p:cNvSpPr/>
            <p:nvPr/>
          </p:nvSpPr>
          <p:spPr>
            <a:xfrm>
              <a:off x="6704001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9" name="Forme libre 178">
              <a:extLst>
                <a:ext uri="{FF2B5EF4-FFF2-40B4-BE49-F238E27FC236}">
                  <a16:creationId xmlns:a16="http://schemas.microsoft.com/office/drawing/2014/main" id="{B11C1F1A-B669-AD48-A001-74F3DB26AC46}"/>
                </a:ext>
              </a:extLst>
            </p:cNvPr>
            <p:cNvSpPr/>
            <p:nvPr/>
          </p:nvSpPr>
          <p:spPr>
            <a:xfrm>
              <a:off x="6654405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0" name="Forme libre 179">
              <a:extLst>
                <a:ext uri="{FF2B5EF4-FFF2-40B4-BE49-F238E27FC236}">
                  <a16:creationId xmlns:a16="http://schemas.microsoft.com/office/drawing/2014/main" id="{9E586FB4-3AA7-AE4D-9C5B-BB7147FC1C58}"/>
                </a:ext>
              </a:extLst>
            </p:cNvPr>
            <p:cNvSpPr/>
            <p:nvPr/>
          </p:nvSpPr>
          <p:spPr>
            <a:xfrm>
              <a:off x="6704001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1" name="Forme libre 180">
              <a:extLst>
                <a:ext uri="{FF2B5EF4-FFF2-40B4-BE49-F238E27FC236}">
                  <a16:creationId xmlns:a16="http://schemas.microsoft.com/office/drawing/2014/main" id="{02A66D92-1B8F-FA49-8DE6-C2BAE82DD724}"/>
                </a:ext>
              </a:extLst>
            </p:cNvPr>
            <p:cNvSpPr/>
            <p:nvPr/>
          </p:nvSpPr>
          <p:spPr>
            <a:xfrm>
              <a:off x="6654405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2" name="Forme libre 181">
              <a:extLst>
                <a:ext uri="{FF2B5EF4-FFF2-40B4-BE49-F238E27FC236}">
                  <a16:creationId xmlns:a16="http://schemas.microsoft.com/office/drawing/2014/main" id="{BA6D0EAD-E00A-FF47-85EF-A4F080E68ADA}"/>
                </a:ext>
              </a:extLst>
            </p:cNvPr>
            <p:cNvSpPr/>
            <p:nvPr/>
          </p:nvSpPr>
          <p:spPr>
            <a:xfrm>
              <a:off x="6704001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3" name="Forme libre 182">
              <a:extLst>
                <a:ext uri="{FF2B5EF4-FFF2-40B4-BE49-F238E27FC236}">
                  <a16:creationId xmlns:a16="http://schemas.microsoft.com/office/drawing/2014/main" id="{E2309757-1173-8B40-9083-7F5C68023EAD}"/>
                </a:ext>
              </a:extLst>
            </p:cNvPr>
            <p:cNvSpPr/>
            <p:nvPr/>
          </p:nvSpPr>
          <p:spPr>
            <a:xfrm>
              <a:off x="6654405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4" name="Forme libre 183">
              <a:extLst>
                <a:ext uri="{FF2B5EF4-FFF2-40B4-BE49-F238E27FC236}">
                  <a16:creationId xmlns:a16="http://schemas.microsoft.com/office/drawing/2014/main" id="{10FEC48D-3B4B-6D41-8E6B-2B19F140CDC5}"/>
                </a:ext>
              </a:extLst>
            </p:cNvPr>
            <p:cNvSpPr/>
            <p:nvPr/>
          </p:nvSpPr>
          <p:spPr>
            <a:xfrm>
              <a:off x="6704001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5" name="Forme libre 184">
              <a:extLst>
                <a:ext uri="{FF2B5EF4-FFF2-40B4-BE49-F238E27FC236}">
                  <a16:creationId xmlns:a16="http://schemas.microsoft.com/office/drawing/2014/main" id="{1A20C58E-DD42-8543-ADC6-FEA0170A9068}"/>
                </a:ext>
              </a:extLst>
            </p:cNvPr>
            <p:cNvSpPr/>
            <p:nvPr/>
          </p:nvSpPr>
          <p:spPr>
            <a:xfrm>
              <a:off x="6654405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6" name="Forme libre 185">
              <a:extLst>
                <a:ext uri="{FF2B5EF4-FFF2-40B4-BE49-F238E27FC236}">
                  <a16:creationId xmlns:a16="http://schemas.microsoft.com/office/drawing/2014/main" id="{6EC75C87-A292-114B-85E6-BF236BF66FA7}"/>
                </a:ext>
              </a:extLst>
            </p:cNvPr>
            <p:cNvSpPr/>
            <p:nvPr/>
          </p:nvSpPr>
          <p:spPr>
            <a:xfrm>
              <a:off x="6704001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7" name="Forme libre 186">
              <a:extLst>
                <a:ext uri="{FF2B5EF4-FFF2-40B4-BE49-F238E27FC236}">
                  <a16:creationId xmlns:a16="http://schemas.microsoft.com/office/drawing/2014/main" id="{DE92A72C-6718-BD46-A9FC-323336959E64}"/>
                </a:ext>
              </a:extLst>
            </p:cNvPr>
            <p:cNvSpPr/>
            <p:nvPr/>
          </p:nvSpPr>
          <p:spPr>
            <a:xfrm>
              <a:off x="6654405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8" name="Forme libre 187">
              <a:extLst>
                <a:ext uri="{FF2B5EF4-FFF2-40B4-BE49-F238E27FC236}">
                  <a16:creationId xmlns:a16="http://schemas.microsoft.com/office/drawing/2014/main" id="{F83EEDC0-061A-0D47-8B14-AE73A0A1A71D}"/>
                </a:ext>
              </a:extLst>
            </p:cNvPr>
            <p:cNvSpPr/>
            <p:nvPr/>
          </p:nvSpPr>
          <p:spPr>
            <a:xfrm>
              <a:off x="6704001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9" name="Forme libre 188">
              <a:extLst>
                <a:ext uri="{FF2B5EF4-FFF2-40B4-BE49-F238E27FC236}">
                  <a16:creationId xmlns:a16="http://schemas.microsoft.com/office/drawing/2014/main" id="{20C171FB-982C-5944-AD5E-2557599151E6}"/>
                </a:ext>
              </a:extLst>
            </p:cNvPr>
            <p:cNvSpPr/>
            <p:nvPr/>
          </p:nvSpPr>
          <p:spPr>
            <a:xfrm>
              <a:off x="6654405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0" name="Forme libre 189">
              <a:extLst>
                <a:ext uri="{FF2B5EF4-FFF2-40B4-BE49-F238E27FC236}">
                  <a16:creationId xmlns:a16="http://schemas.microsoft.com/office/drawing/2014/main" id="{929F7F7F-12C4-7444-B140-970BC3672330}"/>
                </a:ext>
              </a:extLst>
            </p:cNvPr>
            <p:cNvSpPr/>
            <p:nvPr/>
          </p:nvSpPr>
          <p:spPr>
            <a:xfrm>
              <a:off x="6704001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1" name="Forme libre 190">
              <a:extLst>
                <a:ext uri="{FF2B5EF4-FFF2-40B4-BE49-F238E27FC236}">
                  <a16:creationId xmlns:a16="http://schemas.microsoft.com/office/drawing/2014/main" id="{17D2396A-F54A-9547-BDA0-045C23E88C00}"/>
                </a:ext>
              </a:extLst>
            </p:cNvPr>
            <p:cNvSpPr/>
            <p:nvPr/>
          </p:nvSpPr>
          <p:spPr>
            <a:xfrm>
              <a:off x="6654405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2" name="Forme libre 191">
              <a:extLst>
                <a:ext uri="{FF2B5EF4-FFF2-40B4-BE49-F238E27FC236}">
                  <a16:creationId xmlns:a16="http://schemas.microsoft.com/office/drawing/2014/main" id="{E5C3CB62-2D49-C44E-9F93-AC729A1DE824}"/>
                </a:ext>
              </a:extLst>
            </p:cNvPr>
            <p:cNvSpPr/>
            <p:nvPr/>
          </p:nvSpPr>
          <p:spPr>
            <a:xfrm>
              <a:off x="6704001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3" name="Forme libre 192">
              <a:extLst>
                <a:ext uri="{FF2B5EF4-FFF2-40B4-BE49-F238E27FC236}">
                  <a16:creationId xmlns:a16="http://schemas.microsoft.com/office/drawing/2014/main" id="{501C6137-C629-064C-9CBC-91FB9CDB68AA}"/>
                </a:ext>
              </a:extLst>
            </p:cNvPr>
            <p:cNvSpPr/>
            <p:nvPr/>
          </p:nvSpPr>
          <p:spPr>
            <a:xfrm>
              <a:off x="7059168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4" name="Forme libre 193">
              <a:extLst>
                <a:ext uri="{FF2B5EF4-FFF2-40B4-BE49-F238E27FC236}">
                  <a16:creationId xmlns:a16="http://schemas.microsoft.com/office/drawing/2014/main" id="{4BCAC1D0-553C-D24F-B032-FAE44D069B7A}"/>
                </a:ext>
              </a:extLst>
            </p:cNvPr>
            <p:cNvSpPr/>
            <p:nvPr/>
          </p:nvSpPr>
          <p:spPr>
            <a:xfrm>
              <a:off x="7108764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5" name="Forme libre 194">
              <a:extLst>
                <a:ext uri="{FF2B5EF4-FFF2-40B4-BE49-F238E27FC236}">
                  <a16:creationId xmlns:a16="http://schemas.microsoft.com/office/drawing/2014/main" id="{F4DEC2B0-9984-3849-9B72-CDDBABE59EEB}"/>
                </a:ext>
              </a:extLst>
            </p:cNvPr>
            <p:cNvSpPr/>
            <p:nvPr/>
          </p:nvSpPr>
          <p:spPr>
            <a:xfrm>
              <a:off x="7059168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6" name="Forme libre 195">
              <a:extLst>
                <a:ext uri="{FF2B5EF4-FFF2-40B4-BE49-F238E27FC236}">
                  <a16:creationId xmlns:a16="http://schemas.microsoft.com/office/drawing/2014/main" id="{A40D58E3-8AA7-9D4A-B966-59CC1E1FBD87}"/>
                </a:ext>
              </a:extLst>
            </p:cNvPr>
            <p:cNvSpPr/>
            <p:nvPr/>
          </p:nvSpPr>
          <p:spPr>
            <a:xfrm>
              <a:off x="7108764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7" name="Forme libre 196">
              <a:extLst>
                <a:ext uri="{FF2B5EF4-FFF2-40B4-BE49-F238E27FC236}">
                  <a16:creationId xmlns:a16="http://schemas.microsoft.com/office/drawing/2014/main" id="{C0505950-041E-7143-AB02-B9F6C8FD5F9E}"/>
                </a:ext>
              </a:extLst>
            </p:cNvPr>
            <p:cNvSpPr/>
            <p:nvPr/>
          </p:nvSpPr>
          <p:spPr>
            <a:xfrm>
              <a:off x="7059168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8" name="Forme libre 197">
              <a:extLst>
                <a:ext uri="{FF2B5EF4-FFF2-40B4-BE49-F238E27FC236}">
                  <a16:creationId xmlns:a16="http://schemas.microsoft.com/office/drawing/2014/main" id="{D8451015-12EF-EC4E-BA5C-72C10E778F7C}"/>
                </a:ext>
              </a:extLst>
            </p:cNvPr>
            <p:cNvSpPr/>
            <p:nvPr/>
          </p:nvSpPr>
          <p:spPr>
            <a:xfrm>
              <a:off x="7108764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9" name="Forme libre 198">
              <a:extLst>
                <a:ext uri="{FF2B5EF4-FFF2-40B4-BE49-F238E27FC236}">
                  <a16:creationId xmlns:a16="http://schemas.microsoft.com/office/drawing/2014/main" id="{15852A7A-FA88-5A4D-807C-15EE6031420F}"/>
                </a:ext>
              </a:extLst>
            </p:cNvPr>
            <p:cNvSpPr/>
            <p:nvPr/>
          </p:nvSpPr>
          <p:spPr>
            <a:xfrm>
              <a:off x="7059168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0" name="Forme libre 199">
              <a:extLst>
                <a:ext uri="{FF2B5EF4-FFF2-40B4-BE49-F238E27FC236}">
                  <a16:creationId xmlns:a16="http://schemas.microsoft.com/office/drawing/2014/main" id="{0AB555E0-7341-FD4F-9FB0-2470426FD5E4}"/>
                </a:ext>
              </a:extLst>
            </p:cNvPr>
            <p:cNvSpPr/>
            <p:nvPr/>
          </p:nvSpPr>
          <p:spPr>
            <a:xfrm>
              <a:off x="7108764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1" name="Forme libre 200">
              <a:extLst>
                <a:ext uri="{FF2B5EF4-FFF2-40B4-BE49-F238E27FC236}">
                  <a16:creationId xmlns:a16="http://schemas.microsoft.com/office/drawing/2014/main" id="{C7EF2114-263A-6F4F-BF6C-BEF059B39086}"/>
                </a:ext>
              </a:extLst>
            </p:cNvPr>
            <p:cNvSpPr/>
            <p:nvPr/>
          </p:nvSpPr>
          <p:spPr>
            <a:xfrm>
              <a:off x="7059168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2" name="Forme libre 201">
              <a:extLst>
                <a:ext uri="{FF2B5EF4-FFF2-40B4-BE49-F238E27FC236}">
                  <a16:creationId xmlns:a16="http://schemas.microsoft.com/office/drawing/2014/main" id="{FB0CFFCE-8040-DB41-927F-340F0B05EFE4}"/>
                </a:ext>
              </a:extLst>
            </p:cNvPr>
            <p:cNvSpPr/>
            <p:nvPr/>
          </p:nvSpPr>
          <p:spPr>
            <a:xfrm>
              <a:off x="7108764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3" name="Forme libre 202">
              <a:extLst>
                <a:ext uri="{FF2B5EF4-FFF2-40B4-BE49-F238E27FC236}">
                  <a16:creationId xmlns:a16="http://schemas.microsoft.com/office/drawing/2014/main" id="{7D6F173B-8157-E249-854C-C27DFFB512C3}"/>
                </a:ext>
              </a:extLst>
            </p:cNvPr>
            <p:cNvSpPr/>
            <p:nvPr/>
          </p:nvSpPr>
          <p:spPr>
            <a:xfrm>
              <a:off x="7059168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4" name="Forme libre 203">
              <a:extLst>
                <a:ext uri="{FF2B5EF4-FFF2-40B4-BE49-F238E27FC236}">
                  <a16:creationId xmlns:a16="http://schemas.microsoft.com/office/drawing/2014/main" id="{C226F3D0-3CA6-0D43-A562-1A7B0B607A0C}"/>
                </a:ext>
              </a:extLst>
            </p:cNvPr>
            <p:cNvSpPr/>
            <p:nvPr/>
          </p:nvSpPr>
          <p:spPr>
            <a:xfrm>
              <a:off x="7108764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5" name="Forme libre 204">
              <a:extLst>
                <a:ext uri="{FF2B5EF4-FFF2-40B4-BE49-F238E27FC236}">
                  <a16:creationId xmlns:a16="http://schemas.microsoft.com/office/drawing/2014/main" id="{544E258D-E2E9-9B43-B91F-899D2FC2EB9A}"/>
                </a:ext>
              </a:extLst>
            </p:cNvPr>
            <p:cNvSpPr/>
            <p:nvPr/>
          </p:nvSpPr>
          <p:spPr>
            <a:xfrm>
              <a:off x="7059168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6" name="Forme libre 205">
              <a:extLst>
                <a:ext uri="{FF2B5EF4-FFF2-40B4-BE49-F238E27FC236}">
                  <a16:creationId xmlns:a16="http://schemas.microsoft.com/office/drawing/2014/main" id="{85D44A0F-E5E6-9B46-B5CF-7DBFAD3B55B8}"/>
                </a:ext>
              </a:extLst>
            </p:cNvPr>
            <p:cNvSpPr/>
            <p:nvPr/>
          </p:nvSpPr>
          <p:spPr>
            <a:xfrm>
              <a:off x="7108764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7" name="Forme libre 206">
              <a:extLst>
                <a:ext uri="{FF2B5EF4-FFF2-40B4-BE49-F238E27FC236}">
                  <a16:creationId xmlns:a16="http://schemas.microsoft.com/office/drawing/2014/main" id="{9D238918-FEF6-624A-8E66-02FC28DA6205}"/>
                </a:ext>
              </a:extLst>
            </p:cNvPr>
            <p:cNvSpPr/>
            <p:nvPr/>
          </p:nvSpPr>
          <p:spPr>
            <a:xfrm>
              <a:off x="7059168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8" name="Forme libre 207">
              <a:extLst>
                <a:ext uri="{FF2B5EF4-FFF2-40B4-BE49-F238E27FC236}">
                  <a16:creationId xmlns:a16="http://schemas.microsoft.com/office/drawing/2014/main" id="{1B5C544D-A6C1-0749-AA0A-1D93FD850C72}"/>
                </a:ext>
              </a:extLst>
            </p:cNvPr>
            <p:cNvSpPr/>
            <p:nvPr/>
          </p:nvSpPr>
          <p:spPr>
            <a:xfrm>
              <a:off x="7108764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9" name="Forme libre 208">
              <a:extLst>
                <a:ext uri="{FF2B5EF4-FFF2-40B4-BE49-F238E27FC236}">
                  <a16:creationId xmlns:a16="http://schemas.microsoft.com/office/drawing/2014/main" id="{E46CDF9A-827C-D040-AFA9-EF517D33B478}"/>
                </a:ext>
              </a:extLst>
            </p:cNvPr>
            <p:cNvSpPr/>
            <p:nvPr/>
          </p:nvSpPr>
          <p:spPr>
            <a:xfrm>
              <a:off x="7059168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0" name="Forme libre 209">
              <a:extLst>
                <a:ext uri="{FF2B5EF4-FFF2-40B4-BE49-F238E27FC236}">
                  <a16:creationId xmlns:a16="http://schemas.microsoft.com/office/drawing/2014/main" id="{1D25B189-E039-764B-9977-1543A1BE8CF8}"/>
                </a:ext>
              </a:extLst>
            </p:cNvPr>
            <p:cNvSpPr/>
            <p:nvPr/>
          </p:nvSpPr>
          <p:spPr>
            <a:xfrm>
              <a:off x="7108764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1" name="Forme libre 210">
              <a:extLst>
                <a:ext uri="{FF2B5EF4-FFF2-40B4-BE49-F238E27FC236}">
                  <a16:creationId xmlns:a16="http://schemas.microsoft.com/office/drawing/2014/main" id="{F4120920-2644-0F47-A5CE-D860252280D0}"/>
                </a:ext>
              </a:extLst>
            </p:cNvPr>
            <p:cNvSpPr/>
            <p:nvPr/>
          </p:nvSpPr>
          <p:spPr>
            <a:xfrm>
              <a:off x="7059168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2" name="Forme libre 211">
              <a:extLst>
                <a:ext uri="{FF2B5EF4-FFF2-40B4-BE49-F238E27FC236}">
                  <a16:creationId xmlns:a16="http://schemas.microsoft.com/office/drawing/2014/main" id="{74EA4888-5137-FD41-B36C-18EE66081659}"/>
                </a:ext>
              </a:extLst>
            </p:cNvPr>
            <p:cNvSpPr/>
            <p:nvPr/>
          </p:nvSpPr>
          <p:spPr>
            <a:xfrm>
              <a:off x="7108764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3" name="Forme libre 212">
              <a:extLst>
                <a:ext uri="{FF2B5EF4-FFF2-40B4-BE49-F238E27FC236}">
                  <a16:creationId xmlns:a16="http://schemas.microsoft.com/office/drawing/2014/main" id="{6C9DA636-FCF7-7F4A-81B9-75AE77942007}"/>
                </a:ext>
              </a:extLst>
            </p:cNvPr>
            <p:cNvSpPr/>
            <p:nvPr/>
          </p:nvSpPr>
          <p:spPr>
            <a:xfrm>
              <a:off x="7463932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4" name="Forme libre 213">
              <a:extLst>
                <a:ext uri="{FF2B5EF4-FFF2-40B4-BE49-F238E27FC236}">
                  <a16:creationId xmlns:a16="http://schemas.microsoft.com/office/drawing/2014/main" id="{CB420E3C-5A37-8749-BBDA-C43F8A84030C}"/>
                </a:ext>
              </a:extLst>
            </p:cNvPr>
            <p:cNvSpPr/>
            <p:nvPr/>
          </p:nvSpPr>
          <p:spPr>
            <a:xfrm>
              <a:off x="7513527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5" name="Forme libre 214">
              <a:extLst>
                <a:ext uri="{FF2B5EF4-FFF2-40B4-BE49-F238E27FC236}">
                  <a16:creationId xmlns:a16="http://schemas.microsoft.com/office/drawing/2014/main" id="{02E2FA4A-6E36-794A-87EE-D429EA7435BD}"/>
                </a:ext>
              </a:extLst>
            </p:cNvPr>
            <p:cNvSpPr/>
            <p:nvPr/>
          </p:nvSpPr>
          <p:spPr>
            <a:xfrm>
              <a:off x="7463932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6" name="Forme libre 215">
              <a:extLst>
                <a:ext uri="{FF2B5EF4-FFF2-40B4-BE49-F238E27FC236}">
                  <a16:creationId xmlns:a16="http://schemas.microsoft.com/office/drawing/2014/main" id="{235A5793-8115-E64E-B87C-CF68B40E45D3}"/>
                </a:ext>
              </a:extLst>
            </p:cNvPr>
            <p:cNvSpPr/>
            <p:nvPr/>
          </p:nvSpPr>
          <p:spPr>
            <a:xfrm>
              <a:off x="7513527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Forme libre 216">
              <a:extLst>
                <a:ext uri="{FF2B5EF4-FFF2-40B4-BE49-F238E27FC236}">
                  <a16:creationId xmlns:a16="http://schemas.microsoft.com/office/drawing/2014/main" id="{3299B19A-A4F8-154C-ACA9-1931B220AECC}"/>
                </a:ext>
              </a:extLst>
            </p:cNvPr>
            <p:cNvSpPr/>
            <p:nvPr/>
          </p:nvSpPr>
          <p:spPr>
            <a:xfrm>
              <a:off x="7463932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8" name="Forme libre 217">
              <a:extLst>
                <a:ext uri="{FF2B5EF4-FFF2-40B4-BE49-F238E27FC236}">
                  <a16:creationId xmlns:a16="http://schemas.microsoft.com/office/drawing/2014/main" id="{C89940AF-3E9D-9441-BBF5-519471D32DC9}"/>
                </a:ext>
              </a:extLst>
            </p:cNvPr>
            <p:cNvSpPr/>
            <p:nvPr/>
          </p:nvSpPr>
          <p:spPr>
            <a:xfrm>
              <a:off x="7513527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9" name="Forme libre 218">
              <a:extLst>
                <a:ext uri="{FF2B5EF4-FFF2-40B4-BE49-F238E27FC236}">
                  <a16:creationId xmlns:a16="http://schemas.microsoft.com/office/drawing/2014/main" id="{B78C9912-2DFB-A148-97CC-1BA2430A5084}"/>
                </a:ext>
              </a:extLst>
            </p:cNvPr>
            <p:cNvSpPr/>
            <p:nvPr/>
          </p:nvSpPr>
          <p:spPr>
            <a:xfrm>
              <a:off x="7463932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0" name="Forme libre 219">
              <a:extLst>
                <a:ext uri="{FF2B5EF4-FFF2-40B4-BE49-F238E27FC236}">
                  <a16:creationId xmlns:a16="http://schemas.microsoft.com/office/drawing/2014/main" id="{B22DB41D-671E-A64E-A5A3-E445CEAB30BE}"/>
                </a:ext>
              </a:extLst>
            </p:cNvPr>
            <p:cNvSpPr/>
            <p:nvPr/>
          </p:nvSpPr>
          <p:spPr>
            <a:xfrm>
              <a:off x="7513527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1" name="Forme libre 220">
              <a:extLst>
                <a:ext uri="{FF2B5EF4-FFF2-40B4-BE49-F238E27FC236}">
                  <a16:creationId xmlns:a16="http://schemas.microsoft.com/office/drawing/2014/main" id="{A44D4DA5-B40C-AC43-8AC8-9ADC4FD42622}"/>
                </a:ext>
              </a:extLst>
            </p:cNvPr>
            <p:cNvSpPr/>
            <p:nvPr/>
          </p:nvSpPr>
          <p:spPr>
            <a:xfrm>
              <a:off x="7463932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2" name="Forme libre 221">
              <a:extLst>
                <a:ext uri="{FF2B5EF4-FFF2-40B4-BE49-F238E27FC236}">
                  <a16:creationId xmlns:a16="http://schemas.microsoft.com/office/drawing/2014/main" id="{5C204857-A439-A144-A31A-BCD2E1E997F4}"/>
                </a:ext>
              </a:extLst>
            </p:cNvPr>
            <p:cNvSpPr/>
            <p:nvPr/>
          </p:nvSpPr>
          <p:spPr>
            <a:xfrm>
              <a:off x="7513527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3" name="Forme libre 222">
              <a:extLst>
                <a:ext uri="{FF2B5EF4-FFF2-40B4-BE49-F238E27FC236}">
                  <a16:creationId xmlns:a16="http://schemas.microsoft.com/office/drawing/2014/main" id="{4CBA950F-BFAE-FE41-AD74-8F623E53690B}"/>
                </a:ext>
              </a:extLst>
            </p:cNvPr>
            <p:cNvSpPr/>
            <p:nvPr/>
          </p:nvSpPr>
          <p:spPr>
            <a:xfrm>
              <a:off x="7463932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4" name="Forme libre 223">
              <a:extLst>
                <a:ext uri="{FF2B5EF4-FFF2-40B4-BE49-F238E27FC236}">
                  <a16:creationId xmlns:a16="http://schemas.microsoft.com/office/drawing/2014/main" id="{3DBF4194-3DAC-2146-A97E-2EFB962862C0}"/>
                </a:ext>
              </a:extLst>
            </p:cNvPr>
            <p:cNvSpPr/>
            <p:nvPr/>
          </p:nvSpPr>
          <p:spPr>
            <a:xfrm>
              <a:off x="7513527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5" name="Forme libre 224">
              <a:extLst>
                <a:ext uri="{FF2B5EF4-FFF2-40B4-BE49-F238E27FC236}">
                  <a16:creationId xmlns:a16="http://schemas.microsoft.com/office/drawing/2014/main" id="{4209842F-F6D1-A442-AF8B-6A989E06DF76}"/>
                </a:ext>
              </a:extLst>
            </p:cNvPr>
            <p:cNvSpPr/>
            <p:nvPr/>
          </p:nvSpPr>
          <p:spPr>
            <a:xfrm>
              <a:off x="7463932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6" name="Forme libre 225">
              <a:extLst>
                <a:ext uri="{FF2B5EF4-FFF2-40B4-BE49-F238E27FC236}">
                  <a16:creationId xmlns:a16="http://schemas.microsoft.com/office/drawing/2014/main" id="{B04F6744-844E-DA44-9C73-B16584796C10}"/>
                </a:ext>
              </a:extLst>
            </p:cNvPr>
            <p:cNvSpPr/>
            <p:nvPr/>
          </p:nvSpPr>
          <p:spPr>
            <a:xfrm>
              <a:off x="7513527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7" name="Forme libre 226">
              <a:extLst>
                <a:ext uri="{FF2B5EF4-FFF2-40B4-BE49-F238E27FC236}">
                  <a16:creationId xmlns:a16="http://schemas.microsoft.com/office/drawing/2014/main" id="{A37B88E9-428E-4848-9B81-2E0AFA110B38}"/>
                </a:ext>
              </a:extLst>
            </p:cNvPr>
            <p:cNvSpPr/>
            <p:nvPr/>
          </p:nvSpPr>
          <p:spPr>
            <a:xfrm>
              <a:off x="7463932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8" name="Forme libre 227">
              <a:extLst>
                <a:ext uri="{FF2B5EF4-FFF2-40B4-BE49-F238E27FC236}">
                  <a16:creationId xmlns:a16="http://schemas.microsoft.com/office/drawing/2014/main" id="{ED0C4646-271A-B74A-8D5A-D0BC0CF32F63}"/>
                </a:ext>
              </a:extLst>
            </p:cNvPr>
            <p:cNvSpPr/>
            <p:nvPr/>
          </p:nvSpPr>
          <p:spPr>
            <a:xfrm>
              <a:off x="7513527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9" name="Forme libre 228">
              <a:extLst>
                <a:ext uri="{FF2B5EF4-FFF2-40B4-BE49-F238E27FC236}">
                  <a16:creationId xmlns:a16="http://schemas.microsoft.com/office/drawing/2014/main" id="{D3927946-CCAA-A242-8FAF-967EF2FBA164}"/>
                </a:ext>
              </a:extLst>
            </p:cNvPr>
            <p:cNvSpPr/>
            <p:nvPr/>
          </p:nvSpPr>
          <p:spPr>
            <a:xfrm>
              <a:off x="7463932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0" name="Forme libre 229">
              <a:extLst>
                <a:ext uri="{FF2B5EF4-FFF2-40B4-BE49-F238E27FC236}">
                  <a16:creationId xmlns:a16="http://schemas.microsoft.com/office/drawing/2014/main" id="{3B3E9588-7979-2D40-92BA-B854F49767A9}"/>
                </a:ext>
              </a:extLst>
            </p:cNvPr>
            <p:cNvSpPr/>
            <p:nvPr/>
          </p:nvSpPr>
          <p:spPr>
            <a:xfrm>
              <a:off x="7513527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1" name="Forme libre 230">
              <a:extLst>
                <a:ext uri="{FF2B5EF4-FFF2-40B4-BE49-F238E27FC236}">
                  <a16:creationId xmlns:a16="http://schemas.microsoft.com/office/drawing/2014/main" id="{F8075BD7-8AFB-8A40-B352-61952B9A3501}"/>
                </a:ext>
              </a:extLst>
            </p:cNvPr>
            <p:cNvSpPr/>
            <p:nvPr/>
          </p:nvSpPr>
          <p:spPr>
            <a:xfrm>
              <a:off x="7463932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2" name="Forme libre 231">
              <a:extLst>
                <a:ext uri="{FF2B5EF4-FFF2-40B4-BE49-F238E27FC236}">
                  <a16:creationId xmlns:a16="http://schemas.microsoft.com/office/drawing/2014/main" id="{9ECE47DD-5332-8343-8D0E-94D7629AE0B5}"/>
                </a:ext>
              </a:extLst>
            </p:cNvPr>
            <p:cNvSpPr/>
            <p:nvPr/>
          </p:nvSpPr>
          <p:spPr>
            <a:xfrm>
              <a:off x="7513527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3" name="Forme libre 232">
              <a:extLst>
                <a:ext uri="{FF2B5EF4-FFF2-40B4-BE49-F238E27FC236}">
                  <a16:creationId xmlns:a16="http://schemas.microsoft.com/office/drawing/2014/main" id="{F5298C59-48A6-7344-87C2-187C9B817797}"/>
                </a:ext>
              </a:extLst>
            </p:cNvPr>
            <p:cNvSpPr/>
            <p:nvPr/>
          </p:nvSpPr>
          <p:spPr>
            <a:xfrm>
              <a:off x="7868695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4" name="Forme libre 233">
              <a:extLst>
                <a:ext uri="{FF2B5EF4-FFF2-40B4-BE49-F238E27FC236}">
                  <a16:creationId xmlns:a16="http://schemas.microsoft.com/office/drawing/2014/main" id="{4FE7FB10-0D37-844C-BD53-49642A745F71}"/>
                </a:ext>
              </a:extLst>
            </p:cNvPr>
            <p:cNvSpPr/>
            <p:nvPr/>
          </p:nvSpPr>
          <p:spPr>
            <a:xfrm>
              <a:off x="7918291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5" name="Forme libre 234">
              <a:extLst>
                <a:ext uri="{FF2B5EF4-FFF2-40B4-BE49-F238E27FC236}">
                  <a16:creationId xmlns:a16="http://schemas.microsoft.com/office/drawing/2014/main" id="{18AA5B8F-9700-F045-9F3F-40CC827044F5}"/>
                </a:ext>
              </a:extLst>
            </p:cNvPr>
            <p:cNvSpPr/>
            <p:nvPr/>
          </p:nvSpPr>
          <p:spPr>
            <a:xfrm>
              <a:off x="7868695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6" name="Forme libre 235">
              <a:extLst>
                <a:ext uri="{FF2B5EF4-FFF2-40B4-BE49-F238E27FC236}">
                  <a16:creationId xmlns:a16="http://schemas.microsoft.com/office/drawing/2014/main" id="{166CF37C-A879-2844-B18E-A305916101B1}"/>
                </a:ext>
              </a:extLst>
            </p:cNvPr>
            <p:cNvSpPr/>
            <p:nvPr/>
          </p:nvSpPr>
          <p:spPr>
            <a:xfrm>
              <a:off x="7918291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7" name="Forme libre 236">
              <a:extLst>
                <a:ext uri="{FF2B5EF4-FFF2-40B4-BE49-F238E27FC236}">
                  <a16:creationId xmlns:a16="http://schemas.microsoft.com/office/drawing/2014/main" id="{DCBD3DF2-8BE6-FD4D-AC93-485A96A98F22}"/>
                </a:ext>
              </a:extLst>
            </p:cNvPr>
            <p:cNvSpPr/>
            <p:nvPr/>
          </p:nvSpPr>
          <p:spPr>
            <a:xfrm>
              <a:off x="7868695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8" name="Forme libre 237">
              <a:extLst>
                <a:ext uri="{FF2B5EF4-FFF2-40B4-BE49-F238E27FC236}">
                  <a16:creationId xmlns:a16="http://schemas.microsoft.com/office/drawing/2014/main" id="{06DCDA2F-DC52-EB4D-9177-C164FC9E9BDE}"/>
                </a:ext>
              </a:extLst>
            </p:cNvPr>
            <p:cNvSpPr/>
            <p:nvPr/>
          </p:nvSpPr>
          <p:spPr>
            <a:xfrm>
              <a:off x="7918291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9" name="Forme libre 238">
              <a:extLst>
                <a:ext uri="{FF2B5EF4-FFF2-40B4-BE49-F238E27FC236}">
                  <a16:creationId xmlns:a16="http://schemas.microsoft.com/office/drawing/2014/main" id="{87D7EDE8-2D41-784C-9617-CB06D33DDDF1}"/>
                </a:ext>
              </a:extLst>
            </p:cNvPr>
            <p:cNvSpPr/>
            <p:nvPr/>
          </p:nvSpPr>
          <p:spPr>
            <a:xfrm>
              <a:off x="7868695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0" name="Forme libre 239">
              <a:extLst>
                <a:ext uri="{FF2B5EF4-FFF2-40B4-BE49-F238E27FC236}">
                  <a16:creationId xmlns:a16="http://schemas.microsoft.com/office/drawing/2014/main" id="{93C60D6D-D013-224E-B313-FC8D1692BF0D}"/>
                </a:ext>
              </a:extLst>
            </p:cNvPr>
            <p:cNvSpPr/>
            <p:nvPr/>
          </p:nvSpPr>
          <p:spPr>
            <a:xfrm>
              <a:off x="7918291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1" name="Forme libre 240">
              <a:extLst>
                <a:ext uri="{FF2B5EF4-FFF2-40B4-BE49-F238E27FC236}">
                  <a16:creationId xmlns:a16="http://schemas.microsoft.com/office/drawing/2014/main" id="{4D409F6F-E016-7E44-A880-92AD86B421F4}"/>
                </a:ext>
              </a:extLst>
            </p:cNvPr>
            <p:cNvSpPr/>
            <p:nvPr/>
          </p:nvSpPr>
          <p:spPr>
            <a:xfrm>
              <a:off x="7868695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2" name="Forme libre 241">
              <a:extLst>
                <a:ext uri="{FF2B5EF4-FFF2-40B4-BE49-F238E27FC236}">
                  <a16:creationId xmlns:a16="http://schemas.microsoft.com/office/drawing/2014/main" id="{2E50F408-5E9B-2E46-AEC5-6BC2AA70F7D5}"/>
                </a:ext>
              </a:extLst>
            </p:cNvPr>
            <p:cNvSpPr/>
            <p:nvPr/>
          </p:nvSpPr>
          <p:spPr>
            <a:xfrm>
              <a:off x="7918291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3" name="Forme libre 242">
              <a:extLst>
                <a:ext uri="{FF2B5EF4-FFF2-40B4-BE49-F238E27FC236}">
                  <a16:creationId xmlns:a16="http://schemas.microsoft.com/office/drawing/2014/main" id="{D28C6AF6-036E-064D-9EED-7A1F855AA248}"/>
                </a:ext>
              </a:extLst>
            </p:cNvPr>
            <p:cNvSpPr/>
            <p:nvPr/>
          </p:nvSpPr>
          <p:spPr>
            <a:xfrm>
              <a:off x="7868695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4" name="Forme libre 243">
              <a:extLst>
                <a:ext uri="{FF2B5EF4-FFF2-40B4-BE49-F238E27FC236}">
                  <a16:creationId xmlns:a16="http://schemas.microsoft.com/office/drawing/2014/main" id="{B562C199-57E1-AD40-AF06-83C402AD4601}"/>
                </a:ext>
              </a:extLst>
            </p:cNvPr>
            <p:cNvSpPr/>
            <p:nvPr/>
          </p:nvSpPr>
          <p:spPr>
            <a:xfrm>
              <a:off x="7918291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5" name="Forme libre 244">
              <a:extLst>
                <a:ext uri="{FF2B5EF4-FFF2-40B4-BE49-F238E27FC236}">
                  <a16:creationId xmlns:a16="http://schemas.microsoft.com/office/drawing/2014/main" id="{B5AD15C0-8266-8640-B29E-FFF26BB097BF}"/>
                </a:ext>
              </a:extLst>
            </p:cNvPr>
            <p:cNvSpPr/>
            <p:nvPr/>
          </p:nvSpPr>
          <p:spPr>
            <a:xfrm>
              <a:off x="7868695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6" name="Forme libre 245">
              <a:extLst>
                <a:ext uri="{FF2B5EF4-FFF2-40B4-BE49-F238E27FC236}">
                  <a16:creationId xmlns:a16="http://schemas.microsoft.com/office/drawing/2014/main" id="{7BC9D361-4D65-BA42-963F-A238E98F4924}"/>
                </a:ext>
              </a:extLst>
            </p:cNvPr>
            <p:cNvSpPr/>
            <p:nvPr/>
          </p:nvSpPr>
          <p:spPr>
            <a:xfrm>
              <a:off x="7918291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7" name="Forme libre 246">
              <a:extLst>
                <a:ext uri="{FF2B5EF4-FFF2-40B4-BE49-F238E27FC236}">
                  <a16:creationId xmlns:a16="http://schemas.microsoft.com/office/drawing/2014/main" id="{1656EEA4-A978-7347-B832-C68EE427364E}"/>
                </a:ext>
              </a:extLst>
            </p:cNvPr>
            <p:cNvSpPr/>
            <p:nvPr/>
          </p:nvSpPr>
          <p:spPr>
            <a:xfrm>
              <a:off x="7868695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8" name="Forme libre 247">
              <a:extLst>
                <a:ext uri="{FF2B5EF4-FFF2-40B4-BE49-F238E27FC236}">
                  <a16:creationId xmlns:a16="http://schemas.microsoft.com/office/drawing/2014/main" id="{6ACC96FF-239F-624E-8D08-D2D22A19BD52}"/>
                </a:ext>
              </a:extLst>
            </p:cNvPr>
            <p:cNvSpPr/>
            <p:nvPr/>
          </p:nvSpPr>
          <p:spPr>
            <a:xfrm>
              <a:off x="7918291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9" name="Forme libre 248">
              <a:extLst>
                <a:ext uri="{FF2B5EF4-FFF2-40B4-BE49-F238E27FC236}">
                  <a16:creationId xmlns:a16="http://schemas.microsoft.com/office/drawing/2014/main" id="{3F7FDC5C-A1C7-0044-A709-36E04F07703D}"/>
                </a:ext>
              </a:extLst>
            </p:cNvPr>
            <p:cNvSpPr/>
            <p:nvPr/>
          </p:nvSpPr>
          <p:spPr>
            <a:xfrm>
              <a:off x="7868695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0" name="Forme libre 249">
              <a:extLst>
                <a:ext uri="{FF2B5EF4-FFF2-40B4-BE49-F238E27FC236}">
                  <a16:creationId xmlns:a16="http://schemas.microsoft.com/office/drawing/2014/main" id="{D38B2FDF-FB29-EA40-AF47-9A4C293D2DD9}"/>
                </a:ext>
              </a:extLst>
            </p:cNvPr>
            <p:cNvSpPr/>
            <p:nvPr/>
          </p:nvSpPr>
          <p:spPr>
            <a:xfrm>
              <a:off x="7918291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1" name="Forme libre 250">
              <a:extLst>
                <a:ext uri="{FF2B5EF4-FFF2-40B4-BE49-F238E27FC236}">
                  <a16:creationId xmlns:a16="http://schemas.microsoft.com/office/drawing/2014/main" id="{63B7556E-C304-4D4A-86AB-0965A537FCAE}"/>
                </a:ext>
              </a:extLst>
            </p:cNvPr>
            <p:cNvSpPr/>
            <p:nvPr/>
          </p:nvSpPr>
          <p:spPr>
            <a:xfrm>
              <a:off x="7868695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2" name="Forme libre 251">
              <a:extLst>
                <a:ext uri="{FF2B5EF4-FFF2-40B4-BE49-F238E27FC236}">
                  <a16:creationId xmlns:a16="http://schemas.microsoft.com/office/drawing/2014/main" id="{4D33BDA6-6AB7-F149-A260-4D8F71DE9343}"/>
                </a:ext>
              </a:extLst>
            </p:cNvPr>
            <p:cNvSpPr/>
            <p:nvPr/>
          </p:nvSpPr>
          <p:spPr>
            <a:xfrm>
              <a:off x="7918291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3" name="Forme libre 252">
              <a:extLst>
                <a:ext uri="{FF2B5EF4-FFF2-40B4-BE49-F238E27FC236}">
                  <a16:creationId xmlns:a16="http://schemas.microsoft.com/office/drawing/2014/main" id="{4042BC05-E9F0-4B44-8A49-7B859359B7B0}"/>
                </a:ext>
              </a:extLst>
            </p:cNvPr>
            <p:cNvSpPr/>
            <p:nvPr/>
          </p:nvSpPr>
          <p:spPr>
            <a:xfrm>
              <a:off x="8273458" y="524735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4" name="Forme libre 253">
              <a:extLst>
                <a:ext uri="{FF2B5EF4-FFF2-40B4-BE49-F238E27FC236}">
                  <a16:creationId xmlns:a16="http://schemas.microsoft.com/office/drawing/2014/main" id="{6ED6AAE5-405E-224F-A487-5D9779ABFA7A}"/>
                </a:ext>
              </a:extLst>
            </p:cNvPr>
            <p:cNvSpPr/>
            <p:nvPr/>
          </p:nvSpPr>
          <p:spPr>
            <a:xfrm>
              <a:off x="8323054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5" name="Forme libre 254">
              <a:extLst>
                <a:ext uri="{FF2B5EF4-FFF2-40B4-BE49-F238E27FC236}">
                  <a16:creationId xmlns:a16="http://schemas.microsoft.com/office/drawing/2014/main" id="{55AAF95D-6C92-3140-AA2B-E6D6D9FA9501}"/>
                </a:ext>
              </a:extLst>
            </p:cNvPr>
            <p:cNvSpPr/>
            <p:nvPr/>
          </p:nvSpPr>
          <p:spPr>
            <a:xfrm>
              <a:off x="8273458" y="484337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Forme libre 255">
              <a:extLst>
                <a:ext uri="{FF2B5EF4-FFF2-40B4-BE49-F238E27FC236}">
                  <a16:creationId xmlns:a16="http://schemas.microsoft.com/office/drawing/2014/main" id="{D89322A0-3325-E242-92B4-60D5CFB9954E}"/>
                </a:ext>
              </a:extLst>
            </p:cNvPr>
            <p:cNvSpPr/>
            <p:nvPr/>
          </p:nvSpPr>
          <p:spPr>
            <a:xfrm>
              <a:off x="8323054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7" name="Forme libre 256">
              <a:extLst>
                <a:ext uri="{FF2B5EF4-FFF2-40B4-BE49-F238E27FC236}">
                  <a16:creationId xmlns:a16="http://schemas.microsoft.com/office/drawing/2014/main" id="{CDC4A7AB-F1E3-9E47-AABA-09680A9AC690}"/>
                </a:ext>
              </a:extLst>
            </p:cNvPr>
            <p:cNvSpPr/>
            <p:nvPr/>
          </p:nvSpPr>
          <p:spPr>
            <a:xfrm>
              <a:off x="8273458" y="443940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8" name="Forme libre 257">
              <a:extLst>
                <a:ext uri="{FF2B5EF4-FFF2-40B4-BE49-F238E27FC236}">
                  <a16:creationId xmlns:a16="http://schemas.microsoft.com/office/drawing/2014/main" id="{5A850B34-909D-004B-8F35-3DFBC7109433}"/>
                </a:ext>
              </a:extLst>
            </p:cNvPr>
            <p:cNvSpPr/>
            <p:nvPr/>
          </p:nvSpPr>
          <p:spPr>
            <a:xfrm>
              <a:off x="8323054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9" name="Forme libre 258">
              <a:extLst>
                <a:ext uri="{FF2B5EF4-FFF2-40B4-BE49-F238E27FC236}">
                  <a16:creationId xmlns:a16="http://schemas.microsoft.com/office/drawing/2014/main" id="{5B6FF27F-CECB-0C48-8D69-5B73231A0C3E}"/>
                </a:ext>
              </a:extLst>
            </p:cNvPr>
            <p:cNvSpPr/>
            <p:nvPr/>
          </p:nvSpPr>
          <p:spPr>
            <a:xfrm>
              <a:off x="8273458" y="403543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0" name="Forme libre 259">
              <a:extLst>
                <a:ext uri="{FF2B5EF4-FFF2-40B4-BE49-F238E27FC236}">
                  <a16:creationId xmlns:a16="http://schemas.microsoft.com/office/drawing/2014/main" id="{EBE38705-531F-C941-9D4A-C95F986213C2}"/>
                </a:ext>
              </a:extLst>
            </p:cNvPr>
            <p:cNvSpPr/>
            <p:nvPr/>
          </p:nvSpPr>
          <p:spPr>
            <a:xfrm>
              <a:off x="8323054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1" name="Forme libre 260">
              <a:extLst>
                <a:ext uri="{FF2B5EF4-FFF2-40B4-BE49-F238E27FC236}">
                  <a16:creationId xmlns:a16="http://schemas.microsoft.com/office/drawing/2014/main" id="{9CBAB6CD-5195-FF45-9D6B-FBE1E60CAEBE}"/>
                </a:ext>
              </a:extLst>
            </p:cNvPr>
            <p:cNvSpPr/>
            <p:nvPr/>
          </p:nvSpPr>
          <p:spPr>
            <a:xfrm>
              <a:off x="8273458" y="363146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2" name="Forme libre 261">
              <a:extLst>
                <a:ext uri="{FF2B5EF4-FFF2-40B4-BE49-F238E27FC236}">
                  <a16:creationId xmlns:a16="http://schemas.microsoft.com/office/drawing/2014/main" id="{A7CD588F-1F8C-6547-AD1C-94A19EAAAEFC}"/>
                </a:ext>
              </a:extLst>
            </p:cNvPr>
            <p:cNvSpPr/>
            <p:nvPr/>
          </p:nvSpPr>
          <p:spPr>
            <a:xfrm>
              <a:off x="8323054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3" name="Forme libre 262">
              <a:extLst>
                <a:ext uri="{FF2B5EF4-FFF2-40B4-BE49-F238E27FC236}">
                  <a16:creationId xmlns:a16="http://schemas.microsoft.com/office/drawing/2014/main" id="{3EF04632-2417-0942-8BC2-4DCFF455A70A}"/>
                </a:ext>
              </a:extLst>
            </p:cNvPr>
            <p:cNvSpPr/>
            <p:nvPr/>
          </p:nvSpPr>
          <p:spPr>
            <a:xfrm>
              <a:off x="8273458" y="322748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4" name="Forme libre 263">
              <a:extLst>
                <a:ext uri="{FF2B5EF4-FFF2-40B4-BE49-F238E27FC236}">
                  <a16:creationId xmlns:a16="http://schemas.microsoft.com/office/drawing/2014/main" id="{9AEA2CC9-2B06-7145-AB89-0DA7B8E90E69}"/>
                </a:ext>
              </a:extLst>
            </p:cNvPr>
            <p:cNvSpPr/>
            <p:nvPr/>
          </p:nvSpPr>
          <p:spPr>
            <a:xfrm>
              <a:off x="8323054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5" name="Forme libre 264">
              <a:extLst>
                <a:ext uri="{FF2B5EF4-FFF2-40B4-BE49-F238E27FC236}">
                  <a16:creationId xmlns:a16="http://schemas.microsoft.com/office/drawing/2014/main" id="{26F179FD-04B2-6943-B926-BFDBF4705A54}"/>
                </a:ext>
              </a:extLst>
            </p:cNvPr>
            <p:cNvSpPr/>
            <p:nvPr/>
          </p:nvSpPr>
          <p:spPr>
            <a:xfrm>
              <a:off x="8273458" y="282351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6" name="Forme libre 265">
              <a:extLst>
                <a:ext uri="{FF2B5EF4-FFF2-40B4-BE49-F238E27FC236}">
                  <a16:creationId xmlns:a16="http://schemas.microsoft.com/office/drawing/2014/main" id="{77FB7219-4DF0-3D44-BFBE-CF0926910F47}"/>
                </a:ext>
              </a:extLst>
            </p:cNvPr>
            <p:cNvSpPr/>
            <p:nvPr/>
          </p:nvSpPr>
          <p:spPr>
            <a:xfrm>
              <a:off x="8323054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7" name="Forme libre 266">
              <a:extLst>
                <a:ext uri="{FF2B5EF4-FFF2-40B4-BE49-F238E27FC236}">
                  <a16:creationId xmlns:a16="http://schemas.microsoft.com/office/drawing/2014/main" id="{B8FFBF50-5428-1446-BC0C-AA40F0F65EB0}"/>
                </a:ext>
              </a:extLst>
            </p:cNvPr>
            <p:cNvSpPr/>
            <p:nvPr/>
          </p:nvSpPr>
          <p:spPr>
            <a:xfrm>
              <a:off x="8273458" y="241954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8" name="Forme libre 267">
              <a:extLst>
                <a:ext uri="{FF2B5EF4-FFF2-40B4-BE49-F238E27FC236}">
                  <a16:creationId xmlns:a16="http://schemas.microsoft.com/office/drawing/2014/main" id="{1DAE38A6-2589-5140-9F2B-F831E46AAD97}"/>
                </a:ext>
              </a:extLst>
            </p:cNvPr>
            <p:cNvSpPr/>
            <p:nvPr/>
          </p:nvSpPr>
          <p:spPr>
            <a:xfrm>
              <a:off x="8323054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9" name="Forme libre 268">
              <a:extLst>
                <a:ext uri="{FF2B5EF4-FFF2-40B4-BE49-F238E27FC236}">
                  <a16:creationId xmlns:a16="http://schemas.microsoft.com/office/drawing/2014/main" id="{587DA212-5A67-2243-B13E-1F06BD31CF0B}"/>
                </a:ext>
              </a:extLst>
            </p:cNvPr>
            <p:cNvSpPr/>
            <p:nvPr/>
          </p:nvSpPr>
          <p:spPr>
            <a:xfrm>
              <a:off x="8273458" y="201557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0" name="Forme libre 269">
              <a:extLst>
                <a:ext uri="{FF2B5EF4-FFF2-40B4-BE49-F238E27FC236}">
                  <a16:creationId xmlns:a16="http://schemas.microsoft.com/office/drawing/2014/main" id="{5DAF757C-2D00-BF44-A6EB-B2151141DD1F}"/>
                </a:ext>
              </a:extLst>
            </p:cNvPr>
            <p:cNvSpPr/>
            <p:nvPr/>
          </p:nvSpPr>
          <p:spPr>
            <a:xfrm>
              <a:off x="8323054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1" name="Forme libre 270">
              <a:extLst>
                <a:ext uri="{FF2B5EF4-FFF2-40B4-BE49-F238E27FC236}">
                  <a16:creationId xmlns:a16="http://schemas.microsoft.com/office/drawing/2014/main" id="{A67A03AA-5FF9-D84D-B5DE-6C93797B1680}"/>
                </a:ext>
              </a:extLst>
            </p:cNvPr>
            <p:cNvSpPr/>
            <p:nvPr/>
          </p:nvSpPr>
          <p:spPr>
            <a:xfrm>
              <a:off x="8273458" y="161159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2" name="Forme libre 271">
              <a:extLst>
                <a:ext uri="{FF2B5EF4-FFF2-40B4-BE49-F238E27FC236}">
                  <a16:creationId xmlns:a16="http://schemas.microsoft.com/office/drawing/2014/main" id="{0C728DA8-661F-D445-95F7-55491A7B0E20}"/>
                </a:ext>
              </a:extLst>
            </p:cNvPr>
            <p:cNvSpPr/>
            <p:nvPr/>
          </p:nvSpPr>
          <p:spPr>
            <a:xfrm>
              <a:off x="8323054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3" name="Forme libre 272">
              <a:extLst>
                <a:ext uri="{FF2B5EF4-FFF2-40B4-BE49-F238E27FC236}">
                  <a16:creationId xmlns:a16="http://schemas.microsoft.com/office/drawing/2014/main" id="{5CA9DDE8-E3F3-A44D-877E-574FCB0A2898}"/>
                </a:ext>
              </a:extLst>
            </p:cNvPr>
            <p:cNvSpPr/>
            <p:nvPr/>
          </p:nvSpPr>
          <p:spPr>
            <a:xfrm>
              <a:off x="8678221" y="524735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4" name="Forme libre 273">
              <a:extLst>
                <a:ext uri="{FF2B5EF4-FFF2-40B4-BE49-F238E27FC236}">
                  <a16:creationId xmlns:a16="http://schemas.microsoft.com/office/drawing/2014/main" id="{29E82D71-D2A7-B84F-A99A-131FABB7C2F4}"/>
                </a:ext>
              </a:extLst>
            </p:cNvPr>
            <p:cNvSpPr/>
            <p:nvPr/>
          </p:nvSpPr>
          <p:spPr>
            <a:xfrm>
              <a:off x="8727817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5" name="Forme libre 274">
              <a:extLst>
                <a:ext uri="{FF2B5EF4-FFF2-40B4-BE49-F238E27FC236}">
                  <a16:creationId xmlns:a16="http://schemas.microsoft.com/office/drawing/2014/main" id="{3B26A848-32E1-3149-807C-1970B00B965C}"/>
                </a:ext>
              </a:extLst>
            </p:cNvPr>
            <p:cNvSpPr/>
            <p:nvPr/>
          </p:nvSpPr>
          <p:spPr>
            <a:xfrm>
              <a:off x="8678221" y="484337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6" name="Forme libre 275">
              <a:extLst>
                <a:ext uri="{FF2B5EF4-FFF2-40B4-BE49-F238E27FC236}">
                  <a16:creationId xmlns:a16="http://schemas.microsoft.com/office/drawing/2014/main" id="{29A22F8E-7529-3E41-9A02-A6BD1F19DCC5}"/>
                </a:ext>
              </a:extLst>
            </p:cNvPr>
            <p:cNvSpPr/>
            <p:nvPr/>
          </p:nvSpPr>
          <p:spPr>
            <a:xfrm>
              <a:off x="8727817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7" name="Forme libre 276">
              <a:extLst>
                <a:ext uri="{FF2B5EF4-FFF2-40B4-BE49-F238E27FC236}">
                  <a16:creationId xmlns:a16="http://schemas.microsoft.com/office/drawing/2014/main" id="{CF26B56F-C752-4443-9225-5283103A9E1E}"/>
                </a:ext>
              </a:extLst>
            </p:cNvPr>
            <p:cNvSpPr/>
            <p:nvPr/>
          </p:nvSpPr>
          <p:spPr>
            <a:xfrm>
              <a:off x="8678221" y="443940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8" name="Forme libre 277">
              <a:extLst>
                <a:ext uri="{FF2B5EF4-FFF2-40B4-BE49-F238E27FC236}">
                  <a16:creationId xmlns:a16="http://schemas.microsoft.com/office/drawing/2014/main" id="{CA95D47C-567E-A44C-B74C-14642CDEA0A0}"/>
                </a:ext>
              </a:extLst>
            </p:cNvPr>
            <p:cNvSpPr/>
            <p:nvPr/>
          </p:nvSpPr>
          <p:spPr>
            <a:xfrm>
              <a:off x="8727817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9" name="Forme libre 278">
              <a:extLst>
                <a:ext uri="{FF2B5EF4-FFF2-40B4-BE49-F238E27FC236}">
                  <a16:creationId xmlns:a16="http://schemas.microsoft.com/office/drawing/2014/main" id="{08736F60-569D-8E44-A928-53F937EEEED4}"/>
                </a:ext>
              </a:extLst>
            </p:cNvPr>
            <p:cNvSpPr/>
            <p:nvPr/>
          </p:nvSpPr>
          <p:spPr>
            <a:xfrm>
              <a:off x="8678221" y="403543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0" name="Forme libre 279">
              <a:extLst>
                <a:ext uri="{FF2B5EF4-FFF2-40B4-BE49-F238E27FC236}">
                  <a16:creationId xmlns:a16="http://schemas.microsoft.com/office/drawing/2014/main" id="{098526D6-97AB-9E49-91FE-E33814E212CA}"/>
                </a:ext>
              </a:extLst>
            </p:cNvPr>
            <p:cNvSpPr/>
            <p:nvPr/>
          </p:nvSpPr>
          <p:spPr>
            <a:xfrm>
              <a:off x="8727817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1" name="Forme libre 280">
              <a:extLst>
                <a:ext uri="{FF2B5EF4-FFF2-40B4-BE49-F238E27FC236}">
                  <a16:creationId xmlns:a16="http://schemas.microsoft.com/office/drawing/2014/main" id="{C9F1D44E-E4D7-A140-81BA-933395EC91EF}"/>
                </a:ext>
              </a:extLst>
            </p:cNvPr>
            <p:cNvSpPr/>
            <p:nvPr/>
          </p:nvSpPr>
          <p:spPr>
            <a:xfrm>
              <a:off x="8678221" y="363146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2" name="Forme libre 281">
              <a:extLst>
                <a:ext uri="{FF2B5EF4-FFF2-40B4-BE49-F238E27FC236}">
                  <a16:creationId xmlns:a16="http://schemas.microsoft.com/office/drawing/2014/main" id="{97DA72C6-60FF-DD4A-8B38-195CE5456320}"/>
                </a:ext>
              </a:extLst>
            </p:cNvPr>
            <p:cNvSpPr/>
            <p:nvPr/>
          </p:nvSpPr>
          <p:spPr>
            <a:xfrm>
              <a:off x="8727817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3" name="Forme libre 282">
              <a:extLst>
                <a:ext uri="{FF2B5EF4-FFF2-40B4-BE49-F238E27FC236}">
                  <a16:creationId xmlns:a16="http://schemas.microsoft.com/office/drawing/2014/main" id="{BB352CAD-6CD4-5342-BEFD-C6F18828F576}"/>
                </a:ext>
              </a:extLst>
            </p:cNvPr>
            <p:cNvSpPr/>
            <p:nvPr/>
          </p:nvSpPr>
          <p:spPr>
            <a:xfrm>
              <a:off x="8678221" y="322748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4" name="Forme libre 283">
              <a:extLst>
                <a:ext uri="{FF2B5EF4-FFF2-40B4-BE49-F238E27FC236}">
                  <a16:creationId xmlns:a16="http://schemas.microsoft.com/office/drawing/2014/main" id="{0058DFEB-C7A3-6643-8AB9-5206D6947CD1}"/>
                </a:ext>
              </a:extLst>
            </p:cNvPr>
            <p:cNvSpPr/>
            <p:nvPr/>
          </p:nvSpPr>
          <p:spPr>
            <a:xfrm>
              <a:off x="8727817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5" name="Forme libre 284">
              <a:extLst>
                <a:ext uri="{FF2B5EF4-FFF2-40B4-BE49-F238E27FC236}">
                  <a16:creationId xmlns:a16="http://schemas.microsoft.com/office/drawing/2014/main" id="{B1055E49-C19B-E743-A45C-4F57E02E4C93}"/>
                </a:ext>
              </a:extLst>
            </p:cNvPr>
            <p:cNvSpPr/>
            <p:nvPr/>
          </p:nvSpPr>
          <p:spPr>
            <a:xfrm>
              <a:off x="8678221" y="282351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6" name="Forme libre 285">
              <a:extLst>
                <a:ext uri="{FF2B5EF4-FFF2-40B4-BE49-F238E27FC236}">
                  <a16:creationId xmlns:a16="http://schemas.microsoft.com/office/drawing/2014/main" id="{8140102A-F204-C349-9722-11AAE8F5BE6C}"/>
                </a:ext>
              </a:extLst>
            </p:cNvPr>
            <p:cNvSpPr/>
            <p:nvPr/>
          </p:nvSpPr>
          <p:spPr>
            <a:xfrm>
              <a:off x="8727817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7" name="Forme libre 286">
              <a:extLst>
                <a:ext uri="{FF2B5EF4-FFF2-40B4-BE49-F238E27FC236}">
                  <a16:creationId xmlns:a16="http://schemas.microsoft.com/office/drawing/2014/main" id="{EEE12E4E-F4A8-7A47-8EE1-75C98E86B85C}"/>
                </a:ext>
              </a:extLst>
            </p:cNvPr>
            <p:cNvSpPr/>
            <p:nvPr/>
          </p:nvSpPr>
          <p:spPr>
            <a:xfrm>
              <a:off x="8678221" y="241954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8" name="Forme libre 287">
              <a:extLst>
                <a:ext uri="{FF2B5EF4-FFF2-40B4-BE49-F238E27FC236}">
                  <a16:creationId xmlns:a16="http://schemas.microsoft.com/office/drawing/2014/main" id="{A75CA79E-E70B-2142-BBC7-8D623CE841AE}"/>
                </a:ext>
              </a:extLst>
            </p:cNvPr>
            <p:cNvSpPr/>
            <p:nvPr/>
          </p:nvSpPr>
          <p:spPr>
            <a:xfrm>
              <a:off x="8727817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9" name="Forme libre 288">
              <a:extLst>
                <a:ext uri="{FF2B5EF4-FFF2-40B4-BE49-F238E27FC236}">
                  <a16:creationId xmlns:a16="http://schemas.microsoft.com/office/drawing/2014/main" id="{9D418ED0-7FA4-A942-8994-474249550EAE}"/>
                </a:ext>
              </a:extLst>
            </p:cNvPr>
            <p:cNvSpPr/>
            <p:nvPr/>
          </p:nvSpPr>
          <p:spPr>
            <a:xfrm>
              <a:off x="8678221" y="201557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0" name="Forme libre 289">
              <a:extLst>
                <a:ext uri="{FF2B5EF4-FFF2-40B4-BE49-F238E27FC236}">
                  <a16:creationId xmlns:a16="http://schemas.microsoft.com/office/drawing/2014/main" id="{B09ABD6F-D2A4-6747-A32C-8CAACC53760E}"/>
                </a:ext>
              </a:extLst>
            </p:cNvPr>
            <p:cNvSpPr/>
            <p:nvPr/>
          </p:nvSpPr>
          <p:spPr>
            <a:xfrm>
              <a:off x="8727817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1" name="Forme libre 290">
              <a:extLst>
                <a:ext uri="{FF2B5EF4-FFF2-40B4-BE49-F238E27FC236}">
                  <a16:creationId xmlns:a16="http://schemas.microsoft.com/office/drawing/2014/main" id="{C2DE4CE4-06C2-9945-B2DC-130BA8A321A8}"/>
                </a:ext>
              </a:extLst>
            </p:cNvPr>
            <p:cNvSpPr/>
            <p:nvPr/>
          </p:nvSpPr>
          <p:spPr>
            <a:xfrm>
              <a:off x="8678221" y="161159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2" name="Forme libre 291">
              <a:extLst>
                <a:ext uri="{FF2B5EF4-FFF2-40B4-BE49-F238E27FC236}">
                  <a16:creationId xmlns:a16="http://schemas.microsoft.com/office/drawing/2014/main" id="{ED1A6517-609D-E848-B4E7-B71CE2865C09}"/>
                </a:ext>
              </a:extLst>
            </p:cNvPr>
            <p:cNvSpPr/>
            <p:nvPr/>
          </p:nvSpPr>
          <p:spPr>
            <a:xfrm>
              <a:off x="8727817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295" name="Groupe 294">
            <a:extLst>
              <a:ext uri="{FF2B5EF4-FFF2-40B4-BE49-F238E27FC236}">
                <a16:creationId xmlns:a16="http://schemas.microsoft.com/office/drawing/2014/main" id="{CE4BCDEB-52DF-154E-AC6C-7EB9262F51D5}"/>
              </a:ext>
            </a:extLst>
          </p:cNvPr>
          <p:cNvGrpSpPr/>
          <p:nvPr userDrawn="1"/>
        </p:nvGrpSpPr>
        <p:grpSpPr>
          <a:xfrm>
            <a:off x="10636800" y="6078024"/>
            <a:ext cx="585435" cy="777600"/>
            <a:chOff x="1211580" y="5257800"/>
            <a:chExt cx="427808" cy="1623060"/>
          </a:xfrm>
        </p:grpSpPr>
        <p:cxnSp>
          <p:nvCxnSpPr>
            <p:cNvPr id="296" name="Connecteur droit 295">
              <a:extLst>
                <a:ext uri="{FF2B5EF4-FFF2-40B4-BE49-F238E27FC236}">
                  <a16:creationId xmlns:a16="http://schemas.microsoft.com/office/drawing/2014/main" id="{D7917BA5-DF4D-C84A-9A90-2EFA761D8D62}"/>
                </a:ext>
              </a:extLst>
            </p:cNvPr>
            <p:cNvCxnSpPr/>
            <p:nvPr userDrawn="1"/>
          </p:nvCxnSpPr>
          <p:spPr>
            <a:xfrm>
              <a:off x="1211580" y="5257800"/>
              <a:ext cx="0" cy="16230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eur droit 296">
              <a:extLst>
                <a:ext uri="{FF2B5EF4-FFF2-40B4-BE49-F238E27FC236}">
                  <a16:creationId xmlns:a16="http://schemas.microsoft.com/office/drawing/2014/main" id="{F654E5FC-EAF7-BD40-89FB-EEF8857C192D}"/>
                </a:ext>
              </a:extLst>
            </p:cNvPr>
            <p:cNvCxnSpPr/>
            <p:nvPr userDrawn="1"/>
          </p:nvCxnSpPr>
          <p:spPr>
            <a:xfrm>
              <a:off x="1352005" y="5257800"/>
              <a:ext cx="0" cy="16230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necteur droit 297">
              <a:extLst>
                <a:ext uri="{FF2B5EF4-FFF2-40B4-BE49-F238E27FC236}">
                  <a16:creationId xmlns:a16="http://schemas.microsoft.com/office/drawing/2014/main" id="{B22DE44B-FBA9-8041-AD53-0D6504400527}"/>
                </a:ext>
              </a:extLst>
            </p:cNvPr>
            <p:cNvCxnSpPr/>
            <p:nvPr userDrawn="1"/>
          </p:nvCxnSpPr>
          <p:spPr>
            <a:xfrm>
              <a:off x="1498963" y="5257800"/>
              <a:ext cx="0" cy="16230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necteur droit 298">
              <a:extLst>
                <a:ext uri="{FF2B5EF4-FFF2-40B4-BE49-F238E27FC236}">
                  <a16:creationId xmlns:a16="http://schemas.microsoft.com/office/drawing/2014/main" id="{5689122D-4E43-DC45-8E0C-39967C2673B1}"/>
                </a:ext>
              </a:extLst>
            </p:cNvPr>
            <p:cNvCxnSpPr/>
            <p:nvPr userDrawn="1"/>
          </p:nvCxnSpPr>
          <p:spPr>
            <a:xfrm>
              <a:off x="1639388" y="5257800"/>
              <a:ext cx="0" cy="16230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785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299">
            <a:extLst>
              <a:ext uri="{FF2B5EF4-FFF2-40B4-BE49-F238E27FC236}">
                <a16:creationId xmlns:a16="http://schemas.microsoft.com/office/drawing/2014/main" id="{9D048B96-B8CD-9541-863A-0837AC275DA5}"/>
              </a:ext>
            </a:extLst>
          </p:cNvPr>
          <p:cNvSpPr/>
          <p:nvPr userDrawn="1"/>
        </p:nvSpPr>
        <p:spPr>
          <a:xfrm>
            <a:off x="9491242" y="-37847"/>
            <a:ext cx="2700758" cy="6895847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1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94D103D4-817A-E54C-89BE-9D638AFDA40C}"/>
              </a:ext>
            </a:extLst>
          </p:cNvPr>
          <p:cNvSpPr/>
          <p:nvPr userDrawn="1"/>
        </p:nvSpPr>
        <p:spPr>
          <a:xfrm>
            <a:off x="8721614" y="-37847"/>
            <a:ext cx="3470386" cy="38787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DDCBB3ED-B113-6643-8B9E-D82A4592393E}"/>
              </a:ext>
            </a:extLst>
          </p:cNvPr>
          <p:cNvSpPr/>
          <p:nvPr userDrawn="1"/>
        </p:nvSpPr>
        <p:spPr>
          <a:xfrm>
            <a:off x="-1" y="-9939"/>
            <a:ext cx="8717243" cy="46148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77D60F-E1CA-2A4C-BFAD-A75F08E200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45702"/>
            <a:ext cx="9144000" cy="2387600"/>
          </a:xfrm>
        </p:spPr>
        <p:txBody>
          <a:bodyPr lIns="0" tIns="0" rIns="0" bIns="0" anchor="b">
            <a:normAutofit/>
          </a:bodyPr>
          <a:lstStyle>
            <a:lvl1pPr algn="l">
              <a:defRPr sz="4000" b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</a:t>
            </a:r>
            <a:br>
              <a:rPr lang="fr-FR" dirty="0"/>
            </a:br>
            <a:r>
              <a:rPr lang="fr-FR" dirty="0"/>
              <a:t>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E63CE0-43F4-C54E-95D2-17A7F633C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" y="5278216"/>
            <a:ext cx="3877053" cy="83210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138B00-E126-3D43-9646-A2B68F9F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568A-D12D-BD49-ACDF-27454F9476FE}" type="datetime1">
              <a:rPr lang="fr-FR" smtClean="0"/>
              <a:t>09/11/2025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8DE7D3-EEF9-3945-9A58-C4EDCD86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INSA Toulouse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C4D756-462E-CA42-BA95-35F364F1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F394568-A123-CF43-B37D-0430507FD9CE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293" name="Groupe 292">
            <a:extLst>
              <a:ext uri="{FF2B5EF4-FFF2-40B4-BE49-F238E27FC236}">
                <a16:creationId xmlns:a16="http://schemas.microsoft.com/office/drawing/2014/main" id="{9A05EB68-FD85-2045-8042-1DF1BED1A475}"/>
              </a:ext>
            </a:extLst>
          </p:cNvPr>
          <p:cNvGrpSpPr/>
          <p:nvPr userDrawn="1"/>
        </p:nvGrpSpPr>
        <p:grpSpPr>
          <a:xfrm rot="5400000">
            <a:off x="5970074" y="-920195"/>
            <a:ext cx="3654249" cy="2545730"/>
            <a:chOff x="3416300" y="1562100"/>
            <a:chExt cx="5361017" cy="3734749"/>
          </a:xfrm>
        </p:grpSpPr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E83E81B3-1F19-8C43-BB27-3B90260B3C36}"/>
                </a:ext>
              </a:extLst>
            </p:cNvPr>
            <p:cNvSpPr/>
            <p:nvPr/>
          </p:nvSpPr>
          <p:spPr>
            <a:xfrm>
              <a:off x="3416300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74B23390-0212-5049-B39F-7C5DA61CB73D}"/>
                </a:ext>
              </a:extLst>
            </p:cNvPr>
            <p:cNvSpPr/>
            <p:nvPr/>
          </p:nvSpPr>
          <p:spPr>
            <a:xfrm>
              <a:off x="3465895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81A5C394-A5A7-5248-BFA2-A1A48DF70853}"/>
                </a:ext>
              </a:extLst>
            </p:cNvPr>
            <p:cNvSpPr/>
            <p:nvPr/>
          </p:nvSpPr>
          <p:spPr>
            <a:xfrm>
              <a:off x="3416300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orme libre 15">
              <a:extLst>
                <a:ext uri="{FF2B5EF4-FFF2-40B4-BE49-F238E27FC236}">
                  <a16:creationId xmlns:a16="http://schemas.microsoft.com/office/drawing/2014/main" id="{F9CF1046-8A37-B64F-B4E4-6A2FFA203748}"/>
                </a:ext>
              </a:extLst>
            </p:cNvPr>
            <p:cNvSpPr/>
            <p:nvPr/>
          </p:nvSpPr>
          <p:spPr>
            <a:xfrm>
              <a:off x="3465895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" name="Forme libre 16">
              <a:extLst>
                <a:ext uri="{FF2B5EF4-FFF2-40B4-BE49-F238E27FC236}">
                  <a16:creationId xmlns:a16="http://schemas.microsoft.com/office/drawing/2014/main" id="{667E1140-85E5-0641-9D56-CDD34049376F}"/>
                </a:ext>
              </a:extLst>
            </p:cNvPr>
            <p:cNvSpPr/>
            <p:nvPr/>
          </p:nvSpPr>
          <p:spPr>
            <a:xfrm>
              <a:off x="3416300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orme libre 17">
              <a:extLst>
                <a:ext uri="{FF2B5EF4-FFF2-40B4-BE49-F238E27FC236}">
                  <a16:creationId xmlns:a16="http://schemas.microsoft.com/office/drawing/2014/main" id="{CDDC7A7B-4A6D-7844-94BC-AC8055131AC4}"/>
                </a:ext>
              </a:extLst>
            </p:cNvPr>
            <p:cNvSpPr/>
            <p:nvPr/>
          </p:nvSpPr>
          <p:spPr>
            <a:xfrm>
              <a:off x="3465895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 18">
              <a:extLst>
                <a:ext uri="{FF2B5EF4-FFF2-40B4-BE49-F238E27FC236}">
                  <a16:creationId xmlns:a16="http://schemas.microsoft.com/office/drawing/2014/main" id="{794182FC-60A9-6E48-B17C-D48007DD0332}"/>
                </a:ext>
              </a:extLst>
            </p:cNvPr>
            <p:cNvSpPr/>
            <p:nvPr/>
          </p:nvSpPr>
          <p:spPr>
            <a:xfrm>
              <a:off x="3416300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 19">
              <a:extLst>
                <a:ext uri="{FF2B5EF4-FFF2-40B4-BE49-F238E27FC236}">
                  <a16:creationId xmlns:a16="http://schemas.microsoft.com/office/drawing/2014/main" id="{50EC5990-D414-0442-8E00-D540886B5D81}"/>
                </a:ext>
              </a:extLst>
            </p:cNvPr>
            <p:cNvSpPr/>
            <p:nvPr/>
          </p:nvSpPr>
          <p:spPr>
            <a:xfrm>
              <a:off x="3465895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 20">
              <a:extLst>
                <a:ext uri="{FF2B5EF4-FFF2-40B4-BE49-F238E27FC236}">
                  <a16:creationId xmlns:a16="http://schemas.microsoft.com/office/drawing/2014/main" id="{12C7CB20-5FE0-D045-8BA1-0A9BE32B7FE3}"/>
                </a:ext>
              </a:extLst>
            </p:cNvPr>
            <p:cNvSpPr/>
            <p:nvPr/>
          </p:nvSpPr>
          <p:spPr>
            <a:xfrm>
              <a:off x="3416300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 21">
              <a:extLst>
                <a:ext uri="{FF2B5EF4-FFF2-40B4-BE49-F238E27FC236}">
                  <a16:creationId xmlns:a16="http://schemas.microsoft.com/office/drawing/2014/main" id="{99131BFC-88AD-8B44-B337-DCACFCF785BD}"/>
                </a:ext>
              </a:extLst>
            </p:cNvPr>
            <p:cNvSpPr/>
            <p:nvPr/>
          </p:nvSpPr>
          <p:spPr>
            <a:xfrm>
              <a:off x="3465895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61DB9DC8-4FA8-454C-8759-D7A3327610AE}"/>
                </a:ext>
              </a:extLst>
            </p:cNvPr>
            <p:cNvSpPr/>
            <p:nvPr/>
          </p:nvSpPr>
          <p:spPr>
            <a:xfrm>
              <a:off x="3416300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orme libre 23">
              <a:extLst>
                <a:ext uri="{FF2B5EF4-FFF2-40B4-BE49-F238E27FC236}">
                  <a16:creationId xmlns:a16="http://schemas.microsoft.com/office/drawing/2014/main" id="{DA9250B0-8883-1A4B-BC2D-76C15A9238F8}"/>
                </a:ext>
              </a:extLst>
            </p:cNvPr>
            <p:cNvSpPr/>
            <p:nvPr/>
          </p:nvSpPr>
          <p:spPr>
            <a:xfrm>
              <a:off x="3465895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orme libre 24">
              <a:extLst>
                <a:ext uri="{FF2B5EF4-FFF2-40B4-BE49-F238E27FC236}">
                  <a16:creationId xmlns:a16="http://schemas.microsoft.com/office/drawing/2014/main" id="{A7329D43-2C7C-1342-9587-0B73E677D2FE}"/>
                </a:ext>
              </a:extLst>
            </p:cNvPr>
            <p:cNvSpPr/>
            <p:nvPr/>
          </p:nvSpPr>
          <p:spPr>
            <a:xfrm>
              <a:off x="3416300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orme libre 25">
              <a:extLst>
                <a:ext uri="{FF2B5EF4-FFF2-40B4-BE49-F238E27FC236}">
                  <a16:creationId xmlns:a16="http://schemas.microsoft.com/office/drawing/2014/main" id="{630D4926-F632-FD45-BFD7-944996AAE67B}"/>
                </a:ext>
              </a:extLst>
            </p:cNvPr>
            <p:cNvSpPr/>
            <p:nvPr/>
          </p:nvSpPr>
          <p:spPr>
            <a:xfrm>
              <a:off x="3465895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D12E7C0A-EC13-1E4B-8263-54921316B8FC}"/>
                </a:ext>
              </a:extLst>
            </p:cNvPr>
            <p:cNvSpPr/>
            <p:nvPr/>
          </p:nvSpPr>
          <p:spPr>
            <a:xfrm>
              <a:off x="3416300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 27">
              <a:extLst>
                <a:ext uri="{FF2B5EF4-FFF2-40B4-BE49-F238E27FC236}">
                  <a16:creationId xmlns:a16="http://schemas.microsoft.com/office/drawing/2014/main" id="{C204BBDC-DB95-BE4E-B60B-30DED66481AA}"/>
                </a:ext>
              </a:extLst>
            </p:cNvPr>
            <p:cNvSpPr/>
            <p:nvPr/>
          </p:nvSpPr>
          <p:spPr>
            <a:xfrm>
              <a:off x="3465895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 28">
              <a:extLst>
                <a:ext uri="{FF2B5EF4-FFF2-40B4-BE49-F238E27FC236}">
                  <a16:creationId xmlns:a16="http://schemas.microsoft.com/office/drawing/2014/main" id="{2E57A039-2631-7047-8C9C-2AC7C40196C0}"/>
                </a:ext>
              </a:extLst>
            </p:cNvPr>
            <p:cNvSpPr/>
            <p:nvPr/>
          </p:nvSpPr>
          <p:spPr>
            <a:xfrm>
              <a:off x="3416300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 29">
              <a:extLst>
                <a:ext uri="{FF2B5EF4-FFF2-40B4-BE49-F238E27FC236}">
                  <a16:creationId xmlns:a16="http://schemas.microsoft.com/office/drawing/2014/main" id="{2A12E0E8-FA1B-2949-A6A4-CCDAF3A5652E}"/>
                </a:ext>
              </a:extLst>
            </p:cNvPr>
            <p:cNvSpPr/>
            <p:nvPr/>
          </p:nvSpPr>
          <p:spPr>
            <a:xfrm>
              <a:off x="3465895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 30">
              <a:extLst>
                <a:ext uri="{FF2B5EF4-FFF2-40B4-BE49-F238E27FC236}">
                  <a16:creationId xmlns:a16="http://schemas.microsoft.com/office/drawing/2014/main" id="{FEDF6BEB-00B3-9E4E-B9CE-7EF097CA11D3}"/>
                </a:ext>
              </a:extLst>
            </p:cNvPr>
            <p:cNvSpPr/>
            <p:nvPr/>
          </p:nvSpPr>
          <p:spPr>
            <a:xfrm>
              <a:off x="3416300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 31">
              <a:extLst>
                <a:ext uri="{FF2B5EF4-FFF2-40B4-BE49-F238E27FC236}">
                  <a16:creationId xmlns:a16="http://schemas.microsoft.com/office/drawing/2014/main" id="{8055B7CB-98AC-9B40-8707-921850ED6F78}"/>
                </a:ext>
              </a:extLst>
            </p:cNvPr>
            <p:cNvSpPr/>
            <p:nvPr/>
          </p:nvSpPr>
          <p:spPr>
            <a:xfrm>
              <a:off x="3465895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 32">
              <a:extLst>
                <a:ext uri="{FF2B5EF4-FFF2-40B4-BE49-F238E27FC236}">
                  <a16:creationId xmlns:a16="http://schemas.microsoft.com/office/drawing/2014/main" id="{B443AEEA-F6E8-C444-8DF7-432314737B49}"/>
                </a:ext>
              </a:extLst>
            </p:cNvPr>
            <p:cNvSpPr/>
            <p:nvPr/>
          </p:nvSpPr>
          <p:spPr>
            <a:xfrm>
              <a:off x="3821063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 33">
              <a:extLst>
                <a:ext uri="{FF2B5EF4-FFF2-40B4-BE49-F238E27FC236}">
                  <a16:creationId xmlns:a16="http://schemas.microsoft.com/office/drawing/2014/main" id="{7A42A6A6-D5C9-6F42-A429-D51437D2E326}"/>
                </a:ext>
              </a:extLst>
            </p:cNvPr>
            <p:cNvSpPr/>
            <p:nvPr/>
          </p:nvSpPr>
          <p:spPr>
            <a:xfrm>
              <a:off x="3870659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 34">
              <a:extLst>
                <a:ext uri="{FF2B5EF4-FFF2-40B4-BE49-F238E27FC236}">
                  <a16:creationId xmlns:a16="http://schemas.microsoft.com/office/drawing/2014/main" id="{6C85809A-EE60-DF4C-BBA5-C9B229CACE4D}"/>
                </a:ext>
              </a:extLst>
            </p:cNvPr>
            <p:cNvSpPr/>
            <p:nvPr/>
          </p:nvSpPr>
          <p:spPr>
            <a:xfrm>
              <a:off x="3821063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 35">
              <a:extLst>
                <a:ext uri="{FF2B5EF4-FFF2-40B4-BE49-F238E27FC236}">
                  <a16:creationId xmlns:a16="http://schemas.microsoft.com/office/drawing/2014/main" id="{FCE1F81D-F80A-D444-A824-ACB00D7FC60B}"/>
                </a:ext>
              </a:extLst>
            </p:cNvPr>
            <p:cNvSpPr/>
            <p:nvPr/>
          </p:nvSpPr>
          <p:spPr>
            <a:xfrm>
              <a:off x="3870659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 36">
              <a:extLst>
                <a:ext uri="{FF2B5EF4-FFF2-40B4-BE49-F238E27FC236}">
                  <a16:creationId xmlns:a16="http://schemas.microsoft.com/office/drawing/2014/main" id="{8D2DABC5-E060-0848-A9FD-6D1894D618D3}"/>
                </a:ext>
              </a:extLst>
            </p:cNvPr>
            <p:cNvSpPr/>
            <p:nvPr/>
          </p:nvSpPr>
          <p:spPr>
            <a:xfrm>
              <a:off x="3821063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 37">
              <a:extLst>
                <a:ext uri="{FF2B5EF4-FFF2-40B4-BE49-F238E27FC236}">
                  <a16:creationId xmlns:a16="http://schemas.microsoft.com/office/drawing/2014/main" id="{C5AC05D0-C857-3A4F-BDAC-76372C77AB45}"/>
                </a:ext>
              </a:extLst>
            </p:cNvPr>
            <p:cNvSpPr/>
            <p:nvPr/>
          </p:nvSpPr>
          <p:spPr>
            <a:xfrm>
              <a:off x="3870659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 38">
              <a:extLst>
                <a:ext uri="{FF2B5EF4-FFF2-40B4-BE49-F238E27FC236}">
                  <a16:creationId xmlns:a16="http://schemas.microsoft.com/office/drawing/2014/main" id="{EB786386-1B3C-9543-89F5-F2F59793DA6C}"/>
                </a:ext>
              </a:extLst>
            </p:cNvPr>
            <p:cNvSpPr/>
            <p:nvPr/>
          </p:nvSpPr>
          <p:spPr>
            <a:xfrm>
              <a:off x="3821063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 39">
              <a:extLst>
                <a:ext uri="{FF2B5EF4-FFF2-40B4-BE49-F238E27FC236}">
                  <a16:creationId xmlns:a16="http://schemas.microsoft.com/office/drawing/2014/main" id="{13DD214A-077D-DA4B-B68D-CBF0FCB4E68D}"/>
                </a:ext>
              </a:extLst>
            </p:cNvPr>
            <p:cNvSpPr/>
            <p:nvPr/>
          </p:nvSpPr>
          <p:spPr>
            <a:xfrm>
              <a:off x="3870659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 40">
              <a:extLst>
                <a:ext uri="{FF2B5EF4-FFF2-40B4-BE49-F238E27FC236}">
                  <a16:creationId xmlns:a16="http://schemas.microsoft.com/office/drawing/2014/main" id="{3257E814-9E23-7D46-94C9-01D31FB32441}"/>
                </a:ext>
              </a:extLst>
            </p:cNvPr>
            <p:cNvSpPr/>
            <p:nvPr/>
          </p:nvSpPr>
          <p:spPr>
            <a:xfrm>
              <a:off x="3821063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 41">
              <a:extLst>
                <a:ext uri="{FF2B5EF4-FFF2-40B4-BE49-F238E27FC236}">
                  <a16:creationId xmlns:a16="http://schemas.microsoft.com/office/drawing/2014/main" id="{E1254037-CA32-3545-929D-B2516C88CD6B}"/>
                </a:ext>
              </a:extLst>
            </p:cNvPr>
            <p:cNvSpPr/>
            <p:nvPr/>
          </p:nvSpPr>
          <p:spPr>
            <a:xfrm>
              <a:off x="3870659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orme libre 42">
              <a:extLst>
                <a:ext uri="{FF2B5EF4-FFF2-40B4-BE49-F238E27FC236}">
                  <a16:creationId xmlns:a16="http://schemas.microsoft.com/office/drawing/2014/main" id="{6A177751-D7DB-B64B-970F-93AAF835767C}"/>
                </a:ext>
              </a:extLst>
            </p:cNvPr>
            <p:cNvSpPr/>
            <p:nvPr/>
          </p:nvSpPr>
          <p:spPr>
            <a:xfrm>
              <a:off x="3821063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orme libre 43">
              <a:extLst>
                <a:ext uri="{FF2B5EF4-FFF2-40B4-BE49-F238E27FC236}">
                  <a16:creationId xmlns:a16="http://schemas.microsoft.com/office/drawing/2014/main" id="{566964F3-239C-5743-A217-F6FEFA709A8F}"/>
                </a:ext>
              </a:extLst>
            </p:cNvPr>
            <p:cNvSpPr/>
            <p:nvPr/>
          </p:nvSpPr>
          <p:spPr>
            <a:xfrm>
              <a:off x="3870659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orme libre 44">
              <a:extLst>
                <a:ext uri="{FF2B5EF4-FFF2-40B4-BE49-F238E27FC236}">
                  <a16:creationId xmlns:a16="http://schemas.microsoft.com/office/drawing/2014/main" id="{52B5BF71-2AE7-6949-A1B9-8C5D1CAFA4D5}"/>
                </a:ext>
              </a:extLst>
            </p:cNvPr>
            <p:cNvSpPr/>
            <p:nvPr/>
          </p:nvSpPr>
          <p:spPr>
            <a:xfrm>
              <a:off x="3821063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 45">
              <a:extLst>
                <a:ext uri="{FF2B5EF4-FFF2-40B4-BE49-F238E27FC236}">
                  <a16:creationId xmlns:a16="http://schemas.microsoft.com/office/drawing/2014/main" id="{5A754C43-F012-804A-9AB4-521D9CAA5B54}"/>
                </a:ext>
              </a:extLst>
            </p:cNvPr>
            <p:cNvSpPr/>
            <p:nvPr/>
          </p:nvSpPr>
          <p:spPr>
            <a:xfrm>
              <a:off x="3870659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 46">
              <a:extLst>
                <a:ext uri="{FF2B5EF4-FFF2-40B4-BE49-F238E27FC236}">
                  <a16:creationId xmlns:a16="http://schemas.microsoft.com/office/drawing/2014/main" id="{BA1D5A28-D505-9F4E-A7BB-4B1044DE06AC}"/>
                </a:ext>
              </a:extLst>
            </p:cNvPr>
            <p:cNvSpPr/>
            <p:nvPr/>
          </p:nvSpPr>
          <p:spPr>
            <a:xfrm>
              <a:off x="3821063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8" name="Forme libre 47">
              <a:extLst>
                <a:ext uri="{FF2B5EF4-FFF2-40B4-BE49-F238E27FC236}">
                  <a16:creationId xmlns:a16="http://schemas.microsoft.com/office/drawing/2014/main" id="{C2712432-F061-3C4B-85F6-7BC421329CAD}"/>
                </a:ext>
              </a:extLst>
            </p:cNvPr>
            <p:cNvSpPr/>
            <p:nvPr/>
          </p:nvSpPr>
          <p:spPr>
            <a:xfrm>
              <a:off x="3870659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9" name="Forme libre 48">
              <a:extLst>
                <a:ext uri="{FF2B5EF4-FFF2-40B4-BE49-F238E27FC236}">
                  <a16:creationId xmlns:a16="http://schemas.microsoft.com/office/drawing/2014/main" id="{4F51920D-7C17-4542-ADD2-C261F5DA1F7F}"/>
                </a:ext>
              </a:extLst>
            </p:cNvPr>
            <p:cNvSpPr/>
            <p:nvPr/>
          </p:nvSpPr>
          <p:spPr>
            <a:xfrm>
              <a:off x="3821063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0" name="Forme libre 49">
              <a:extLst>
                <a:ext uri="{FF2B5EF4-FFF2-40B4-BE49-F238E27FC236}">
                  <a16:creationId xmlns:a16="http://schemas.microsoft.com/office/drawing/2014/main" id="{46A57F85-50AE-E248-91E8-9205B2C19B3D}"/>
                </a:ext>
              </a:extLst>
            </p:cNvPr>
            <p:cNvSpPr/>
            <p:nvPr/>
          </p:nvSpPr>
          <p:spPr>
            <a:xfrm>
              <a:off x="3870659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1" name="Forme libre 50">
              <a:extLst>
                <a:ext uri="{FF2B5EF4-FFF2-40B4-BE49-F238E27FC236}">
                  <a16:creationId xmlns:a16="http://schemas.microsoft.com/office/drawing/2014/main" id="{AE59894C-BEFB-AB42-95FD-077A825E42DE}"/>
                </a:ext>
              </a:extLst>
            </p:cNvPr>
            <p:cNvSpPr/>
            <p:nvPr/>
          </p:nvSpPr>
          <p:spPr>
            <a:xfrm>
              <a:off x="3821063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2" name="Forme libre 51">
              <a:extLst>
                <a:ext uri="{FF2B5EF4-FFF2-40B4-BE49-F238E27FC236}">
                  <a16:creationId xmlns:a16="http://schemas.microsoft.com/office/drawing/2014/main" id="{4A6C623A-EBA8-A74B-BD58-D8255264F2D1}"/>
                </a:ext>
              </a:extLst>
            </p:cNvPr>
            <p:cNvSpPr/>
            <p:nvPr/>
          </p:nvSpPr>
          <p:spPr>
            <a:xfrm>
              <a:off x="3870659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3" name="Forme libre 52">
              <a:extLst>
                <a:ext uri="{FF2B5EF4-FFF2-40B4-BE49-F238E27FC236}">
                  <a16:creationId xmlns:a16="http://schemas.microsoft.com/office/drawing/2014/main" id="{356CD70C-9FBE-3E4C-B4ED-E10CBD1282CB}"/>
                </a:ext>
              </a:extLst>
            </p:cNvPr>
            <p:cNvSpPr/>
            <p:nvPr/>
          </p:nvSpPr>
          <p:spPr>
            <a:xfrm>
              <a:off x="4225826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4" name="Forme libre 53">
              <a:extLst>
                <a:ext uri="{FF2B5EF4-FFF2-40B4-BE49-F238E27FC236}">
                  <a16:creationId xmlns:a16="http://schemas.microsoft.com/office/drawing/2014/main" id="{0D93F737-A1AF-3646-8F64-362B8E6FA30D}"/>
                </a:ext>
              </a:extLst>
            </p:cNvPr>
            <p:cNvSpPr/>
            <p:nvPr/>
          </p:nvSpPr>
          <p:spPr>
            <a:xfrm>
              <a:off x="4275422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5" name="Forme libre 54">
              <a:extLst>
                <a:ext uri="{FF2B5EF4-FFF2-40B4-BE49-F238E27FC236}">
                  <a16:creationId xmlns:a16="http://schemas.microsoft.com/office/drawing/2014/main" id="{09A5B183-B930-6E48-929F-4322E453346E}"/>
                </a:ext>
              </a:extLst>
            </p:cNvPr>
            <p:cNvSpPr/>
            <p:nvPr/>
          </p:nvSpPr>
          <p:spPr>
            <a:xfrm>
              <a:off x="4225826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6" name="Forme libre 55">
              <a:extLst>
                <a:ext uri="{FF2B5EF4-FFF2-40B4-BE49-F238E27FC236}">
                  <a16:creationId xmlns:a16="http://schemas.microsoft.com/office/drawing/2014/main" id="{1D5952C0-96D4-0B41-821E-683CBCD1AAD0}"/>
                </a:ext>
              </a:extLst>
            </p:cNvPr>
            <p:cNvSpPr/>
            <p:nvPr/>
          </p:nvSpPr>
          <p:spPr>
            <a:xfrm>
              <a:off x="4275422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7" name="Forme libre 56">
              <a:extLst>
                <a:ext uri="{FF2B5EF4-FFF2-40B4-BE49-F238E27FC236}">
                  <a16:creationId xmlns:a16="http://schemas.microsoft.com/office/drawing/2014/main" id="{0DF5C1EB-76DA-2F4A-99AB-EAF36D19ACA1}"/>
                </a:ext>
              </a:extLst>
            </p:cNvPr>
            <p:cNvSpPr/>
            <p:nvPr/>
          </p:nvSpPr>
          <p:spPr>
            <a:xfrm>
              <a:off x="4225826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8" name="Forme libre 57">
              <a:extLst>
                <a:ext uri="{FF2B5EF4-FFF2-40B4-BE49-F238E27FC236}">
                  <a16:creationId xmlns:a16="http://schemas.microsoft.com/office/drawing/2014/main" id="{DC8F8FE6-8E20-0144-AF7E-C03CC9CA508D}"/>
                </a:ext>
              </a:extLst>
            </p:cNvPr>
            <p:cNvSpPr/>
            <p:nvPr/>
          </p:nvSpPr>
          <p:spPr>
            <a:xfrm>
              <a:off x="4275422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9" name="Forme libre 58">
              <a:extLst>
                <a:ext uri="{FF2B5EF4-FFF2-40B4-BE49-F238E27FC236}">
                  <a16:creationId xmlns:a16="http://schemas.microsoft.com/office/drawing/2014/main" id="{C99397BE-0AE7-4446-9ED1-52E990B690BD}"/>
                </a:ext>
              </a:extLst>
            </p:cNvPr>
            <p:cNvSpPr/>
            <p:nvPr/>
          </p:nvSpPr>
          <p:spPr>
            <a:xfrm>
              <a:off x="4225826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0" name="Forme libre 59">
              <a:extLst>
                <a:ext uri="{FF2B5EF4-FFF2-40B4-BE49-F238E27FC236}">
                  <a16:creationId xmlns:a16="http://schemas.microsoft.com/office/drawing/2014/main" id="{683F0EAC-6165-1342-A535-03FA827001FE}"/>
                </a:ext>
              </a:extLst>
            </p:cNvPr>
            <p:cNvSpPr/>
            <p:nvPr/>
          </p:nvSpPr>
          <p:spPr>
            <a:xfrm>
              <a:off x="4275422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1" name="Forme libre 60">
              <a:extLst>
                <a:ext uri="{FF2B5EF4-FFF2-40B4-BE49-F238E27FC236}">
                  <a16:creationId xmlns:a16="http://schemas.microsoft.com/office/drawing/2014/main" id="{47CB4FBC-7241-1340-B230-ADA5C722E520}"/>
                </a:ext>
              </a:extLst>
            </p:cNvPr>
            <p:cNvSpPr/>
            <p:nvPr/>
          </p:nvSpPr>
          <p:spPr>
            <a:xfrm>
              <a:off x="4225826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2" name="Forme libre 61">
              <a:extLst>
                <a:ext uri="{FF2B5EF4-FFF2-40B4-BE49-F238E27FC236}">
                  <a16:creationId xmlns:a16="http://schemas.microsoft.com/office/drawing/2014/main" id="{6E3C7821-E7A7-D24D-8AE0-9B020DB1A421}"/>
                </a:ext>
              </a:extLst>
            </p:cNvPr>
            <p:cNvSpPr/>
            <p:nvPr/>
          </p:nvSpPr>
          <p:spPr>
            <a:xfrm>
              <a:off x="4275422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3" name="Forme libre 62">
              <a:extLst>
                <a:ext uri="{FF2B5EF4-FFF2-40B4-BE49-F238E27FC236}">
                  <a16:creationId xmlns:a16="http://schemas.microsoft.com/office/drawing/2014/main" id="{280C8C99-45CD-F748-9CFE-C4D44600C454}"/>
                </a:ext>
              </a:extLst>
            </p:cNvPr>
            <p:cNvSpPr/>
            <p:nvPr/>
          </p:nvSpPr>
          <p:spPr>
            <a:xfrm>
              <a:off x="4225826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4" name="Forme libre 63">
              <a:extLst>
                <a:ext uri="{FF2B5EF4-FFF2-40B4-BE49-F238E27FC236}">
                  <a16:creationId xmlns:a16="http://schemas.microsoft.com/office/drawing/2014/main" id="{42F5570A-A923-FE48-A32B-F7B62587EC13}"/>
                </a:ext>
              </a:extLst>
            </p:cNvPr>
            <p:cNvSpPr/>
            <p:nvPr/>
          </p:nvSpPr>
          <p:spPr>
            <a:xfrm>
              <a:off x="4275422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5" name="Forme libre 64">
              <a:extLst>
                <a:ext uri="{FF2B5EF4-FFF2-40B4-BE49-F238E27FC236}">
                  <a16:creationId xmlns:a16="http://schemas.microsoft.com/office/drawing/2014/main" id="{6CC9314E-5C47-4E41-B5D7-1407E34AF146}"/>
                </a:ext>
              </a:extLst>
            </p:cNvPr>
            <p:cNvSpPr/>
            <p:nvPr/>
          </p:nvSpPr>
          <p:spPr>
            <a:xfrm>
              <a:off x="4225826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6" name="Forme libre 65">
              <a:extLst>
                <a:ext uri="{FF2B5EF4-FFF2-40B4-BE49-F238E27FC236}">
                  <a16:creationId xmlns:a16="http://schemas.microsoft.com/office/drawing/2014/main" id="{6EE44E45-A07A-4348-B711-EE29CDDBE97A}"/>
                </a:ext>
              </a:extLst>
            </p:cNvPr>
            <p:cNvSpPr/>
            <p:nvPr/>
          </p:nvSpPr>
          <p:spPr>
            <a:xfrm>
              <a:off x="4275422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7" name="Forme libre 66">
              <a:extLst>
                <a:ext uri="{FF2B5EF4-FFF2-40B4-BE49-F238E27FC236}">
                  <a16:creationId xmlns:a16="http://schemas.microsoft.com/office/drawing/2014/main" id="{21BACA5F-F880-E743-BC14-1F932C9A4F1E}"/>
                </a:ext>
              </a:extLst>
            </p:cNvPr>
            <p:cNvSpPr/>
            <p:nvPr/>
          </p:nvSpPr>
          <p:spPr>
            <a:xfrm>
              <a:off x="4225826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8" name="Forme libre 67">
              <a:extLst>
                <a:ext uri="{FF2B5EF4-FFF2-40B4-BE49-F238E27FC236}">
                  <a16:creationId xmlns:a16="http://schemas.microsoft.com/office/drawing/2014/main" id="{CD66E92C-D496-F749-BE89-32D6E03181FB}"/>
                </a:ext>
              </a:extLst>
            </p:cNvPr>
            <p:cNvSpPr/>
            <p:nvPr/>
          </p:nvSpPr>
          <p:spPr>
            <a:xfrm>
              <a:off x="4275422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9" name="Forme libre 68">
              <a:extLst>
                <a:ext uri="{FF2B5EF4-FFF2-40B4-BE49-F238E27FC236}">
                  <a16:creationId xmlns:a16="http://schemas.microsoft.com/office/drawing/2014/main" id="{571507EB-0AB5-AA45-8193-D205EC56F320}"/>
                </a:ext>
              </a:extLst>
            </p:cNvPr>
            <p:cNvSpPr/>
            <p:nvPr/>
          </p:nvSpPr>
          <p:spPr>
            <a:xfrm>
              <a:off x="4225826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0" name="Forme libre 69">
              <a:extLst>
                <a:ext uri="{FF2B5EF4-FFF2-40B4-BE49-F238E27FC236}">
                  <a16:creationId xmlns:a16="http://schemas.microsoft.com/office/drawing/2014/main" id="{793DB926-9938-D34A-B1E6-B58DE16EFDA7}"/>
                </a:ext>
              </a:extLst>
            </p:cNvPr>
            <p:cNvSpPr/>
            <p:nvPr/>
          </p:nvSpPr>
          <p:spPr>
            <a:xfrm>
              <a:off x="4275422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1" name="Forme libre 70">
              <a:extLst>
                <a:ext uri="{FF2B5EF4-FFF2-40B4-BE49-F238E27FC236}">
                  <a16:creationId xmlns:a16="http://schemas.microsoft.com/office/drawing/2014/main" id="{9FFBCF20-0773-294D-BD1B-12C67AC09AAB}"/>
                </a:ext>
              </a:extLst>
            </p:cNvPr>
            <p:cNvSpPr/>
            <p:nvPr/>
          </p:nvSpPr>
          <p:spPr>
            <a:xfrm>
              <a:off x="4225826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2" name="Forme libre 71">
              <a:extLst>
                <a:ext uri="{FF2B5EF4-FFF2-40B4-BE49-F238E27FC236}">
                  <a16:creationId xmlns:a16="http://schemas.microsoft.com/office/drawing/2014/main" id="{41C995B6-6CEB-0240-8629-BB460EBA1059}"/>
                </a:ext>
              </a:extLst>
            </p:cNvPr>
            <p:cNvSpPr/>
            <p:nvPr/>
          </p:nvSpPr>
          <p:spPr>
            <a:xfrm>
              <a:off x="4275422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3" name="Forme libre 72">
              <a:extLst>
                <a:ext uri="{FF2B5EF4-FFF2-40B4-BE49-F238E27FC236}">
                  <a16:creationId xmlns:a16="http://schemas.microsoft.com/office/drawing/2014/main" id="{35A9A600-6D2C-B044-8152-4E3842F61F72}"/>
                </a:ext>
              </a:extLst>
            </p:cNvPr>
            <p:cNvSpPr/>
            <p:nvPr/>
          </p:nvSpPr>
          <p:spPr>
            <a:xfrm>
              <a:off x="4630589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4" name="Forme libre 73">
              <a:extLst>
                <a:ext uri="{FF2B5EF4-FFF2-40B4-BE49-F238E27FC236}">
                  <a16:creationId xmlns:a16="http://schemas.microsoft.com/office/drawing/2014/main" id="{FE4CF607-DD78-6541-ADD3-279127038D10}"/>
                </a:ext>
              </a:extLst>
            </p:cNvPr>
            <p:cNvSpPr/>
            <p:nvPr/>
          </p:nvSpPr>
          <p:spPr>
            <a:xfrm>
              <a:off x="4680185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5" name="Forme libre 74">
              <a:extLst>
                <a:ext uri="{FF2B5EF4-FFF2-40B4-BE49-F238E27FC236}">
                  <a16:creationId xmlns:a16="http://schemas.microsoft.com/office/drawing/2014/main" id="{7AED1440-B372-904E-8F98-EA974B96582E}"/>
                </a:ext>
              </a:extLst>
            </p:cNvPr>
            <p:cNvSpPr/>
            <p:nvPr/>
          </p:nvSpPr>
          <p:spPr>
            <a:xfrm>
              <a:off x="4630589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6" name="Forme libre 75">
              <a:extLst>
                <a:ext uri="{FF2B5EF4-FFF2-40B4-BE49-F238E27FC236}">
                  <a16:creationId xmlns:a16="http://schemas.microsoft.com/office/drawing/2014/main" id="{89DCBA0C-4725-504D-BEE7-0B8EF8E1C1A7}"/>
                </a:ext>
              </a:extLst>
            </p:cNvPr>
            <p:cNvSpPr/>
            <p:nvPr/>
          </p:nvSpPr>
          <p:spPr>
            <a:xfrm>
              <a:off x="4680185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7" name="Forme libre 76">
              <a:extLst>
                <a:ext uri="{FF2B5EF4-FFF2-40B4-BE49-F238E27FC236}">
                  <a16:creationId xmlns:a16="http://schemas.microsoft.com/office/drawing/2014/main" id="{E6B8EC6B-7E92-9A47-B2EA-4E4A368DCB9C}"/>
                </a:ext>
              </a:extLst>
            </p:cNvPr>
            <p:cNvSpPr/>
            <p:nvPr/>
          </p:nvSpPr>
          <p:spPr>
            <a:xfrm>
              <a:off x="4630589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8" name="Forme libre 77">
              <a:extLst>
                <a:ext uri="{FF2B5EF4-FFF2-40B4-BE49-F238E27FC236}">
                  <a16:creationId xmlns:a16="http://schemas.microsoft.com/office/drawing/2014/main" id="{5EB2AAFB-F46A-E14C-BE42-F957BA57B7FE}"/>
                </a:ext>
              </a:extLst>
            </p:cNvPr>
            <p:cNvSpPr/>
            <p:nvPr/>
          </p:nvSpPr>
          <p:spPr>
            <a:xfrm>
              <a:off x="4680185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9" name="Forme libre 78">
              <a:extLst>
                <a:ext uri="{FF2B5EF4-FFF2-40B4-BE49-F238E27FC236}">
                  <a16:creationId xmlns:a16="http://schemas.microsoft.com/office/drawing/2014/main" id="{02059DF0-1D23-E34D-B69E-84DF3AEA0F00}"/>
                </a:ext>
              </a:extLst>
            </p:cNvPr>
            <p:cNvSpPr/>
            <p:nvPr/>
          </p:nvSpPr>
          <p:spPr>
            <a:xfrm>
              <a:off x="4630589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0" name="Forme libre 79">
              <a:extLst>
                <a:ext uri="{FF2B5EF4-FFF2-40B4-BE49-F238E27FC236}">
                  <a16:creationId xmlns:a16="http://schemas.microsoft.com/office/drawing/2014/main" id="{D2139F30-F91F-8D48-9C3B-193616D227D0}"/>
                </a:ext>
              </a:extLst>
            </p:cNvPr>
            <p:cNvSpPr/>
            <p:nvPr/>
          </p:nvSpPr>
          <p:spPr>
            <a:xfrm>
              <a:off x="4680185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1" name="Forme libre 80">
              <a:extLst>
                <a:ext uri="{FF2B5EF4-FFF2-40B4-BE49-F238E27FC236}">
                  <a16:creationId xmlns:a16="http://schemas.microsoft.com/office/drawing/2014/main" id="{28F83821-D330-4440-9A06-7EFE06D1C739}"/>
                </a:ext>
              </a:extLst>
            </p:cNvPr>
            <p:cNvSpPr/>
            <p:nvPr/>
          </p:nvSpPr>
          <p:spPr>
            <a:xfrm>
              <a:off x="4630589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2" name="Forme libre 81">
              <a:extLst>
                <a:ext uri="{FF2B5EF4-FFF2-40B4-BE49-F238E27FC236}">
                  <a16:creationId xmlns:a16="http://schemas.microsoft.com/office/drawing/2014/main" id="{B9871C74-E71B-AE4F-9265-25B81917D49A}"/>
                </a:ext>
              </a:extLst>
            </p:cNvPr>
            <p:cNvSpPr/>
            <p:nvPr/>
          </p:nvSpPr>
          <p:spPr>
            <a:xfrm>
              <a:off x="4680185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3" name="Forme libre 82">
              <a:extLst>
                <a:ext uri="{FF2B5EF4-FFF2-40B4-BE49-F238E27FC236}">
                  <a16:creationId xmlns:a16="http://schemas.microsoft.com/office/drawing/2014/main" id="{5F2B74AB-EEAE-704D-A39F-7327119B7C62}"/>
                </a:ext>
              </a:extLst>
            </p:cNvPr>
            <p:cNvSpPr/>
            <p:nvPr/>
          </p:nvSpPr>
          <p:spPr>
            <a:xfrm>
              <a:off x="4630589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4" name="Forme libre 83">
              <a:extLst>
                <a:ext uri="{FF2B5EF4-FFF2-40B4-BE49-F238E27FC236}">
                  <a16:creationId xmlns:a16="http://schemas.microsoft.com/office/drawing/2014/main" id="{7A572077-E2C2-9344-8199-7CDFA68F3927}"/>
                </a:ext>
              </a:extLst>
            </p:cNvPr>
            <p:cNvSpPr/>
            <p:nvPr/>
          </p:nvSpPr>
          <p:spPr>
            <a:xfrm>
              <a:off x="4680185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5" name="Forme libre 84">
              <a:extLst>
                <a:ext uri="{FF2B5EF4-FFF2-40B4-BE49-F238E27FC236}">
                  <a16:creationId xmlns:a16="http://schemas.microsoft.com/office/drawing/2014/main" id="{52E848C7-ED22-414D-A1B3-351822404B76}"/>
                </a:ext>
              </a:extLst>
            </p:cNvPr>
            <p:cNvSpPr/>
            <p:nvPr/>
          </p:nvSpPr>
          <p:spPr>
            <a:xfrm>
              <a:off x="4630589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6" name="Forme libre 85">
              <a:extLst>
                <a:ext uri="{FF2B5EF4-FFF2-40B4-BE49-F238E27FC236}">
                  <a16:creationId xmlns:a16="http://schemas.microsoft.com/office/drawing/2014/main" id="{646EFAE6-B8CF-D54C-A4B9-FE1BA49F4C26}"/>
                </a:ext>
              </a:extLst>
            </p:cNvPr>
            <p:cNvSpPr/>
            <p:nvPr/>
          </p:nvSpPr>
          <p:spPr>
            <a:xfrm>
              <a:off x="4680185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7" name="Forme libre 86">
              <a:extLst>
                <a:ext uri="{FF2B5EF4-FFF2-40B4-BE49-F238E27FC236}">
                  <a16:creationId xmlns:a16="http://schemas.microsoft.com/office/drawing/2014/main" id="{39EE9D0D-8FBA-1145-AF74-009E6D0B14CD}"/>
                </a:ext>
              </a:extLst>
            </p:cNvPr>
            <p:cNvSpPr/>
            <p:nvPr/>
          </p:nvSpPr>
          <p:spPr>
            <a:xfrm>
              <a:off x="4630589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8" name="Forme libre 87">
              <a:extLst>
                <a:ext uri="{FF2B5EF4-FFF2-40B4-BE49-F238E27FC236}">
                  <a16:creationId xmlns:a16="http://schemas.microsoft.com/office/drawing/2014/main" id="{EAB8D88E-AA56-3F4B-9C00-2E39B0FBC43A}"/>
                </a:ext>
              </a:extLst>
            </p:cNvPr>
            <p:cNvSpPr/>
            <p:nvPr/>
          </p:nvSpPr>
          <p:spPr>
            <a:xfrm>
              <a:off x="4680185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9" name="Forme libre 88">
              <a:extLst>
                <a:ext uri="{FF2B5EF4-FFF2-40B4-BE49-F238E27FC236}">
                  <a16:creationId xmlns:a16="http://schemas.microsoft.com/office/drawing/2014/main" id="{45EB8B36-9E0B-C440-9F33-FC81F55E22E9}"/>
                </a:ext>
              </a:extLst>
            </p:cNvPr>
            <p:cNvSpPr/>
            <p:nvPr/>
          </p:nvSpPr>
          <p:spPr>
            <a:xfrm>
              <a:off x="4630589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0" name="Forme libre 89">
              <a:extLst>
                <a:ext uri="{FF2B5EF4-FFF2-40B4-BE49-F238E27FC236}">
                  <a16:creationId xmlns:a16="http://schemas.microsoft.com/office/drawing/2014/main" id="{6B90B067-7D16-A74D-A8F9-513F64D42F2E}"/>
                </a:ext>
              </a:extLst>
            </p:cNvPr>
            <p:cNvSpPr/>
            <p:nvPr/>
          </p:nvSpPr>
          <p:spPr>
            <a:xfrm>
              <a:off x="4680185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1" name="Forme libre 90">
              <a:extLst>
                <a:ext uri="{FF2B5EF4-FFF2-40B4-BE49-F238E27FC236}">
                  <a16:creationId xmlns:a16="http://schemas.microsoft.com/office/drawing/2014/main" id="{FB9F36D9-78ED-4747-8F9D-E5F484EC332E}"/>
                </a:ext>
              </a:extLst>
            </p:cNvPr>
            <p:cNvSpPr/>
            <p:nvPr/>
          </p:nvSpPr>
          <p:spPr>
            <a:xfrm>
              <a:off x="4630589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2" name="Forme libre 91">
              <a:extLst>
                <a:ext uri="{FF2B5EF4-FFF2-40B4-BE49-F238E27FC236}">
                  <a16:creationId xmlns:a16="http://schemas.microsoft.com/office/drawing/2014/main" id="{E00DDADE-3124-894C-9634-1F87339C44AF}"/>
                </a:ext>
              </a:extLst>
            </p:cNvPr>
            <p:cNvSpPr/>
            <p:nvPr/>
          </p:nvSpPr>
          <p:spPr>
            <a:xfrm>
              <a:off x="4680185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3" name="Forme libre 92">
              <a:extLst>
                <a:ext uri="{FF2B5EF4-FFF2-40B4-BE49-F238E27FC236}">
                  <a16:creationId xmlns:a16="http://schemas.microsoft.com/office/drawing/2014/main" id="{09DADADC-F6D5-FF49-A3A7-923C42A59421}"/>
                </a:ext>
              </a:extLst>
            </p:cNvPr>
            <p:cNvSpPr/>
            <p:nvPr/>
          </p:nvSpPr>
          <p:spPr>
            <a:xfrm>
              <a:off x="5035352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4" name="Forme libre 93">
              <a:extLst>
                <a:ext uri="{FF2B5EF4-FFF2-40B4-BE49-F238E27FC236}">
                  <a16:creationId xmlns:a16="http://schemas.microsoft.com/office/drawing/2014/main" id="{ADAC26F1-B786-204B-8D4C-3D3BF47D1579}"/>
                </a:ext>
              </a:extLst>
            </p:cNvPr>
            <p:cNvSpPr/>
            <p:nvPr/>
          </p:nvSpPr>
          <p:spPr>
            <a:xfrm>
              <a:off x="5084948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5" name="Forme libre 94">
              <a:extLst>
                <a:ext uri="{FF2B5EF4-FFF2-40B4-BE49-F238E27FC236}">
                  <a16:creationId xmlns:a16="http://schemas.microsoft.com/office/drawing/2014/main" id="{114CFA2F-2342-F54A-AB65-0C27F06CCC5B}"/>
                </a:ext>
              </a:extLst>
            </p:cNvPr>
            <p:cNvSpPr/>
            <p:nvPr/>
          </p:nvSpPr>
          <p:spPr>
            <a:xfrm>
              <a:off x="5035352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6" name="Forme libre 95">
              <a:extLst>
                <a:ext uri="{FF2B5EF4-FFF2-40B4-BE49-F238E27FC236}">
                  <a16:creationId xmlns:a16="http://schemas.microsoft.com/office/drawing/2014/main" id="{A4F937AB-2695-6043-A59D-BFD3EB2E6111}"/>
                </a:ext>
              </a:extLst>
            </p:cNvPr>
            <p:cNvSpPr/>
            <p:nvPr/>
          </p:nvSpPr>
          <p:spPr>
            <a:xfrm>
              <a:off x="5084948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7" name="Forme libre 96">
              <a:extLst>
                <a:ext uri="{FF2B5EF4-FFF2-40B4-BE49-F238E27FC236}">
                  <a16:creationId xmlns:a16="http://schemas.microsoft.com/office/drawing/2014/main" id="{C0CC877B-4416-C24C-889C-306A3F3E0A9A}"/>
                </a:ext>
              </a:extLst>
            </p:cNvPr>
            <p:cNvSpPr/>
            <p:nvPr/>
          </p:nvSpPr>
          <p:spPr>
            <a:xfrm>
              <a:off x="5035352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8" name="Forme libre 97">
              <a:extLst>
                <a:ext uri="{FF2B5EF4-FFF2-40B4-BE49-F238E27FC236}">
                  <a16:creationId xmlns:a16="http://schemas.microsoft.com/office/drawing/2014/main" id="{B78D8C7D-6C3A-FF4E-8CF5-D94203378498}"/>
                </a:ext>
              </a:extLst>
            </p:cNvPr>
            <p:cNvSpPr/>
            <p:nvPr/>
          </p:nvSpPr>
          <p:spPr>
            <a:xfrm>
              <a:off x="5084948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9" name="Forme libre 98">
              <a:extLst>
                <a:ext uri="{FF2B5EF4-FFF2-40B4-BE49-F238E27FC236}">
                  <a16:creationId xmlns:a16="http://schemas.microsoft.com/office/drawing/2014/main" id="{7C297771-FD91-8E46-95F3-368E97D5A431}"/>
                </a:ext>
              </a:extLst>
            </p:cNvPr>
            <p:cNvSpPr/>
            <p:nvPr/>
          </p:nvSpPr>
          <p:spPr>
            <a:xfrm>
              <a:off x="5035352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0" name="Forme libre 99">
              <a:extLst>
                <a:ext uri="{FF2B5EF4-FFF2-40B4-BE49-F238E27FC236}">
                  <a16:creationId xmlns:a16="http://schemas.microsoft.com/office/drawing/2014/main" id="{01F3305A-F025-394B-A345-D711298D40C3}"/>
                </a:ext>
              </a:extLst>
            </p:cNvPr>
            <p:cNvSpPr/>
            <p:nvPr/>
          </p:nvSpPr>
          <p:spPr>
            <a:xfrm>
              <a:off x="5084948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1" name="Forme libre 100">
              <a:extLst>
                <a:ext uri="{FF2B5EF4-FFF2-40B4-BE49-F238E27FC236}">
                  <a16:creationId xmlns:a16="http://schemas.microsoft.com/office/drawing/2014/main" id="{FC2DCCE0-EC6A-AB43-A148-8AB1A4B1CB99}"/>
                </a:ext>
              </a:extLst>
            </p:cNvPr>
            <p:cNvSpPr/>
            <p:nvPr/>
          </p:nvSpPr>
          <p:spPr>
            <a:xfrm>
              <a:off x="5035352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2" name="Forme libre 101">
              <a:extLst>
                <a:ext uri="{FF2B5EF4-FFF2-40B4-BE49-F238E27FC236}">
                  <a16:creationId xmlns:a16="http://schemas.microsoft.com/office/drawing/2014/main" id="{8FB55891-A989-E24C-A883-D42B48345FA4}"/>
                </a:ext>
              </a:extLst>
            </p:cNvPr>
            <p:cNvSpPr/>
            <p:nvPr/>
          </p:nvSpPr>
          <p:spPr>
            <a:xfrm>
              <a:off x="5084948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3" name="Forme libre 102">
              <a:extLst>
                <a:ext uri="{FF2B5EF4-FFF2-40B4-BE49-F238E27FC236}">
                  <a16:creationId xmlns:a16="http://schemas.microsoft.com/office/drawing/2014/main" id="{4B2F47A6-0213-014C-8AC5-1BC09CC31F4B}"/>
                </a:ext>
              </a:extLst>
            </p:cNvPr>
            <p:cNvSpPr/>
            <p:nvPr/>
          </p:nvSpPr>
          <p:spPr>
            <a:xfrm>
              <a:off x="5035352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4" name="Forme libre 103">
              <a:extLst>
                <a:ext uri="{FF2B5EF4-FFF2-40B4-BE49-F238E27FC236}">
                  <a16:creationId xmlns:a16="http://schemas.microsoft.com/office/drawing/2014/main" id="{E06ED84B-E00C-6449-89E1-7645F324AD39}"/>
                </a:ext>
              </a:extLst>
            </p:cNvPr>
            <p:cNvSpPr/>
            <p:nvPr/>
          </p:nvSpPr>
          <p:spPr>
            <a:xfrm>
              <a:off x="5084948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5" name="Forme libre 104">
              <a:extLst>
                <a:ext uri="{FF2B5EF4-FFF2-40B4-BE49-F238E27FC236}">
                  <a16:creationId xmlns:a16="http://schemas.microsoft.com/office/drawing/2014/main" id="{21D8FD8A-3251-8243-B9C8-4F39D0AEEB19}"/>
                </a:ext>
              </a:extLst>
            </p:cNvPr>
            <p:cNvSpPr/>
            <p:nvPr/>
          </p:nvSpPr>
          <p:spPr>
            <a:xfrm>
              <a:off x="5035352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6" name="Forme libre 105">
              <a:extLst>
                <a:ext uri="{FF2B5EF4-FFF2-40B4-BE49-F238E27FC236}">
                  <a16:creationId xmlns:a16="http://schemas.microsoft.com/office/drawing/2014/main" id="{4D5CBDBA-E354-3644-AE5B-C77333FF98E1}"/>
                </a:ext>
              </a:extLst>
            </p:cNvPr>
            <p:cNvSpPr/>
            <p:nvPr/>
          </p:nvSpPr>
          <p:spPr>
            <a:xfrm>
              <a:off x="5084948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7" name="Forme libre 106">
              <a:extLst>
                <a:ext uri="{FF2B5EF4-FFF2-40B4-BE49-F238E27FC236}">
                  <a16:creationId xmlns:a16="http://schemas.microsoft.com/office/drawing/2014/main" id="{0D229E93-181E-E543-91E4-9DAF6FD7F5CF}"/>
                </a:ext>
              </a:extLst>
            </p:cNvPr>
            <p:cNvSpPr/>
            <p:nvPr/>
          </p:nvSpPr>
          <p:spPr>
            <a:xfrm>
              <a:off x="5035352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8" name="Forme libre 107">
              <a:extLst>
                <a:ext uri="{FF2B5EF4-FFF2-40B4-BE49-F238E27FC236}">
                  <a16:creationId xmlns:a16="http://schemas.microsoft.com/office/drawing/2014/main" id="{F80FEC98-A330-7644-96F0-554568B4CBED}"/>
                </a:ext>
              </a:extLst>
            </p:cNvPr>
            <p:cNvSpPr/>
            <p:nvPr/>
          </p:nvSpPr>
          <p:spPr>
            <a:xfrm>
              <a:off x="5084948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9" name="Forme libre 108">
              <a:extLst>
                <a:ext uri="{FF2B5EF4-FFF2-40B4-BE49-F238E27FC236}">
                  <a16:creationId xmlns:a16="http://schemas.microsoft.com/office/drawing/2014/main" id="{1FFFB36E-75B8-DF40-9E4B-886E53DC8AC6}"/>
                </a:ext>
              </a:extLst>
            </p:cNvPr>
            <p:cNvSpPr/>
            <p:nvPr/>
          </p:nvSpPr>
          <p:spPr>
            <a:xfrm>
              <a:off x="5035352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0" name="Forme libre 109">
              <a:extLst>
                <a:ext uri="{FF2B5EF4-FFF2-40B4-BE49-F238E27FC236}">
                  <a16:creationId xmlns:a16="http://schemas.microsoft.com/office/drawing/2014/main" id="{CC4CB25F-F5ED-1142-A928-36DE342DFA04}"/>
                </a:ext>
              </a:extLst>
            </p:cNvPr>
            <p:cNvSpPr/>
            <p:nvPr/>
          </p:nvSpPr>
          <p:spPr>
            <a:xfrm>
              <a:off x="5084948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1" name="Forme libre 110">
              <a:extLst>
                <a:ext uri="{FF2B5EF4-FFF2-40B4-BE49-F238E27FC236}">
                  <a16:creationId xmlns:a16="http://schemas.microsoft.com/office/drawing/2014/main" id="{52B08E90-AFF4-6C4F-8EA1-4D2FA6FB9DD1}"/>
                </a:ext>
              </a:extLst>
            </p:cNvPr>
            <p:cNvSpPr/>
            <p:nvPr/>
          </p:nvSpPr>
          <p:spPr>
            <a:xfrm>
              <a:off x="5035352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2" name="Forme libre 111">
              <a:extLst>
                <a:ext uri="{FF2B5EF4-FFF2-40B4-BE49-F238E27FC236}">
                  <a16:creationId xmlns:a16="http://schemas.microsoft.com/office/drawing/2014/main" id="{A9F10299-0D27-974D-A289-B6EC45C6499A}"/>
                </a:ext>
              </a:extLst>
            </p:cNvPr>
            <p:cNvSpPr/>
            <p:nvPr/>
          </p:nvSpPr>
          <p:spPr>
            <a:xfrm>
              <a:off x="5084948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3" name="Forme libre 112">
              <a:extLst>
                <a:ext uri="{FF2B5EF4-FFF2-40B4-BE49-F238E27FC236}">
                  <a16:creationId xmlns:a16="http://schemas.microsoft.com/office/drawing/2014/main" id="{ADDB7A23-270A-D143-84E4-194B13D1457E}"/>
                </a:ext>
              </a:extLst>
            </p:cNvPr>
            <p:cNvSpPr/>
            <p:nvPr/>
          </p:nvSpPr>
          <p:spPr>
            <a:xfrm>
              <a:off x="5440116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4" name="Forme libre 113">
              <a:extLst>
                <a:ext uri="{FF2B5EF4-FFF2-40B4-BE49-F238E27FC236}">
                  <a16:creationId xmlns:a16="http://schemas.microsoft.com/office/drawing/2014/main" id="{B0BCBC07-FB1E-F54F-A28A-822783F1EDB9}"/>
                </a:ext>
              </a:extLst>
            </p:cNvPr>
            <p:cNvSpPr/>
            <p:nvPr/>
          </p:nvSpPr>
          <p:spPr>
            <a:xfrm>
              <a:off x="5489711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5" name="Forme libre 114">
              <a:extLst>
                <a:ext uri="{FF2B5EF4-FFF2-40B4-BE49-F238E27FC236}">
                  <a16:creationId xmlns:a16="http://schemas.microsoft.com/office/drawing/2014/main" id="{0432BE2D-5302-BC47-90E4-203552A97A86}"/>
                </a:ext>
              </a:extLst>
            </p:cNvPr>
            <p:cNvSpPr/>
            <p:nvPr/>
          </p:nvSpPr>
          <p:spPr>
            <a:xfrm>
              <a:off x="5440116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6" name="Forme libre 115">
              <a:extLst>
                <a:ext uri="{FF2B5EF4-FFF2-40B4-BE49-F238E27FC236}">
                  <a16:creationId xmlns:a16="http://schemas.microsoft.com/office/drawing/2014/main" id="{286AC0B8-183A-D849-B2D1-335792D7C5BC}"/>
                </a:ext>
              </a:extLst>
            </p:cNvPr>
            <p:cNvSpPr/>
            <p:nvPr/>
          </p:nvSpPr>
          <p:spPr>
            <a:xfrm>
              <a:off x="5489711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7" name="Forme libre 116">
              <a:extLst>
                <a:ext uri="{FF2B5EF4-FFF2-40B4-BE49-F238E27FC236}">
                  <a16:creationId xmlns:a16="http://schemas.microsoft.com/office/drawing/2014/main" id="{2067F846-8D7B-634A-949C-AA86ABF07FD7}"/>
                </a:ext>
              </a:extLst>
            </p:cNvPr>
            <p:cNvSpPr/>
            <p:nvPr/>
          </p:nvSpPr>
          <p:spPr>
            <a:xfrm>
              <a:off x="5440116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8" name="Forme libre 117">
              <a:extLst>
                <a:ext uri="{FF2B5EF4-FFF2-40B4-BE49-F238E27FC236}">
                  <a16:creationId xmlns:a16="http://schemas.microsoft.com/office/drawing/2014/main" id="{EA0C20C1-32F2-F948-8E06-3E0530A6817B}"/>
                </a:ext>
              </a:extLst>
            </p:cNvPr>
            <p:cNvSpPr/>
            <p:nvPr/>
          </p:nvSpPr>
          <p:spPr>
            <a:xfrm>
              <a:off x="5489711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9" name="Forme libre 118">
              <a:extLst>
                <a:ext uri="{FF2B5EF4-FFF2-40B4-BE49-F238E27FC236}">
                  <a16:creationId xmlns:a16="http://schemas.microsoft.com/office/drawing/2014/main" id="{D26B1EB6-5AFA-924D-A166-D9A0C87F8C0C}"/>
                </a:ext>
              </a:extLst>
            </p:cNvPr>
            <p:cNvSpPr/>
            <p:nvPr/>
          </p:nvSpPr>
          <p:spPr>
            <a:xfrm>
              <a:off x="5440116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0" name="Forme libre 119">
              <a:extLst>
                <a:ext uri="{FF2B5EF4-FFF2-40B4-BE49-F238E27FC236}">
                  <a16:creationId xmlns:a16="http://schemas.microsoft.com/office/drawing/2014/main" id="{F21C4A69-92FD-FF4F-8E6F-B0E1B4FEEC58}"/>
                </a:ext>
              </a:extLst>
            </p:cNvPr>
            <p:cNvSpPr/>
            <p:nvPr/>
          </p:nvSpPr>
          <p:spPr>
            <a:xfrm>
              <a:off x="5489711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1" name="Forme libre 120">
              <a:extLst>
                <a:ext uri="{FF2B5EF4-FFF2-40B4-BE49-F238E27FC236}">
                  <a16:creationId xmlns:a16="http://schemas.microsoft.com/office/drawing/2014/main" id="{0BDB85B4-AC3B-5249-B397-21ED1DC89F0A}"/>
                </a:ext>
              </a:extLst>
            </p:cNvPr>
            <p:cNvSpPr/>
            <p:nvPr/>
          </p:nvSpPr>
          <p:spPr>
            <a:xfrm>
              <a:off x="5440116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2" name="Forme libre 121">
              <a:extLst>
                <a:ext uri="{FF2B5EF4-FFF2-40B4-BE49-F238E27FC236}">
                  <a16:creationId xmlns:a16="http://schemas.microsoft.com/office/drawing/2014/main" id="{75FF59C5-E2CF-0644-9A3E-C286A59B51E5}"/>
                </a:ext>
              </a:extLst>
            </p:cNvPr>
            <p:cNvSpPr/>
            <p:nvPr/>
          </p:nvSpPr>
          <p:spPr>
            <a:xfrm>
              <a:off x="5489711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3" name="Forme libre 122">
              <a:extLst>
                <a:ext uri="{FF2B5EF4-FFF2-40B4-BE49-F238E27FC236}">
                  <a16:creationId xmlns:a16="http://schemas.microsoft.com/office/drawing/2014/main" id="{27538EAB-2D6B-A04E-AE00-B484A9B1CA6B}"/>
                </a:ext>
              </a:extLst>
            </p:cNvPr>
            <p:cNvSpPr/>
            <p:nvPr/>
          </p:nvSpPr>
          <p:spPr>
            <a:xfrm>
              <a:off x="5440116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4" name="Forme libre 123">
              <a:extLst>
                <a:ext uri="{FF2B5EF4-FFF2-40B4-BE49-F238E27FC236}">
                  <a16:creationId xmlns:a16="http://schemas.microsoft.com/office/drawing/2014/main" id="{427BF8C9-296A-DB4A-B128-39EC0CEE7253}"/>
                </a:ext>
              </a:extLst>
            </p:cNvPr>
            <p:cNvSpPr/>
            <p:nvPr/>
          </p:nvSpPr>
          <p:spPr>
            <a:xfrm>
              <a:off x="5489711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5" name="Forme libre 124">
              <a:extLst>
                <a:ext uri="{FF2B5EF4-FFF2-40B4-BE49-F238E27FC236}">
                  <a16:creationId xmlns:a16="http://schemas.microsoft.com/office/drawing/2014/main" id="{6F959FD4-7F29-974A-913F-1AB853FC8FF1}"/>
                </a:ext>
              </a:extLst>
            </p:cNvPr>
            <p:cNvSpPr/>
            <p:nvPr/>
          </p:nvSpPr>
          <p:spPr>
            <a:xfrm>
              <a:off x="5440116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6" name="Forme libre 125">
              <a:extLst>
                <a:ext uri="{FF2B5EF4-FFF2-40B4-BE49-F238E27FC236}">
                  <a16:creationId xmlns:a16="http://schemas.microsoft.com/office/drawing/2014/main" id="{FC39050B-EA82-8A43-810C-AF5382FA27E2}"/>
                </a:ext>
              </a:extLst>
            </p:cNvPr>
            <p:cNvSpPr/>
            <p:nvPr/>
          </p:nvSpPr>
          <p:spPr>
            <a:xfrm>
              <a:off x="5489711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7" name="Forme libre 126">
              <a:extLst>
                <a:ext uri="{FF2B5EF4-FFF2-40B4-BE49-F238E27FC236}">
                  <a16:creationId xmlns:a16="http://schemas.microsoft.com/office/drawing/2014/main" id="{7F6071B7-2100-2F45-87F4-279AB700FD89}"/>
                </a:ext>
              </a:extLst>
            </p:cNvPr>
            <p:cNvSpPr/>
            <p:nvPr/>
          </p:nvSpPr>
          <p:spPr>
            <a:xfrm>
              <a:off x="5440116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8" name="Forme libre 127">
              <a:extLst>
                <a:ext uri="{FF2B5EF4-FFF2-40B4-BE49-F238E27FC236}">
                  <a16:creationId xmlns:a16="http://schemas.microsoft.com/office/drawing/2014/main" id="{E62D2642-E841-DB4C-A36B-76CD2F966248}"/>
                </a:ext>
              </a:extLst>
            </p:cNvPr>
            <p:cNvSpPr/>
            <p:nvPr/>
          </p:nvSpPr>
          <p:spPr>
            <a:xfrm>
              <a:off x="5489711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9" name="Forme libre 128">
              <a:extLst>
                <a:ext uri="{FF2B5EF4-FFF2-40B4-BE49-F238E27FC236}">
                  <a16:creationId xmlns:a16="http://schemas.microsoft.com/office/drawing/2014/main" id="{F9F50687-A51F-C742-BB96-B39494F66854}"/>
                </a:ext>
              </a:extLst>
            </p:cNvPr>
            <p:cNvSpPr/>
            <p:nvPr/>
          </p:nvSpPr>
          <p:spPr>
            <a:xfrm>
              <a:off x="5440116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0" name="Forme libre 129">
              <a:extLst>
                <a:ext uri="{FF2B5EF4-FFF2-40B4-BE49-F238E27FC236}">
                  <a16:creationId xmlns:a16="http://schemas.microsoft.com/office/drawing/2014/main" id="{75FE4043-FFA0-6044-B917-39A52A5DCF91}"/>
                </a:ext>
              </a:extLst>
            </p:cNvPr>
            <p:cNvSpPr/>
            <p:nvPr/>
          </p:nvSpPr>
          <p:spPr>
            <a:xfrm>
              <a:off x="5489711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1" name="Forme libre 130">
              <a:extLst>
                <a:ext uri="{FF2B5EF4-FFF2-40B4-BE49-F238E27FC236}">
                  <a16:creationId xmlns:a16="http://schemas.microsoft.com/office/drawing/2014/main" id="{1F3528C9-B954-AE43-A009-CAEF93ADFF8E}"/>
                </a:ext>
              </a:extLst>
            </p:cNvPr>
            <p:cNvSpPr/>
            <p:nvPr/>
          </p:nvSpPr>
          <p:spPr>
            <a:xfrm>
              <a:off x="5440116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2" name="Forme libre 131">
              <a:extLst>
                <a:ext uri="{FF2B5EF4-FFF2-40B4-BE49-F238E27FC236}">
                  <a16:creationId xmlns:a16="http://schemas.microsoft.com/office/drawing/2014/main" id="{E35E7409-4C83-E04B-A554-9A3C03036304}"/>
                </a:ext>
              </a:extLst>
            </p:cNvPr>
            <p:cNvSpPr/>
            <p:nvPr/>
          </p:nvSpPr>
          <p:spPr>
            <a:xfrm>
              <a:off x="5489711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3" name="Forme libre 132">
              <a:extLst>
                <a:ext uri="{FF2B5EF4-FFF2-40B4-BE49-F238E27FC236}">
                  <a16:creationId xmlns:a16="http://schemas.microsoft.com/office/drawing/2014/main" id="{0B808396-AADD-BE40-86BF-59DC4D96C6F2}"/>
                </a:ext>
              </a:extLst>
            </p:cNvPr>
            <p:cNvSpPr/>
            <p:nvPr/>
          </p:nvSpPr>
          <p:spPr>
            <a:xfrm>
              <a:off x="5844879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4" name="Forme libre 133">
              <a:extLst>
                <a:ext uri="{FF2B5EF4-FFF2-40B4-BE49-F238E27FC236}">
                  <a16:creationId xmlns:a16="http://schemas.microsoft.com/office/drawing/2014/main" id="{5D3D36EF-4FB7-5D49-A4BE-04F605149C4D}"/>
                </a:ext>
              </a:extLst>
            </p:cNvPr>
            <p:cNvSpPr/>
            <p:nvPr/>
          </p:nvSpPr>
          <p:spPr>
            <a:xfrm>
              <a:off x="5894475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5" name="Forme libre 134">
              <a:extLst>
                <a:ext uri="{FF2B5EF4-FFF2-40B4-BE49-F238E27FC236}">
                  <a16:creationId xmlns:a16="http://schemas.microsoft.com/office/drawing/2014/main" id="{FE2E5F24-2B34-B94D-9A25-2C40EE203EEF}"/>
                </a:ext>
              </a:extLst>
            </p:cNvPr>
            <p:cNvSpPr/>
            <p:nvPr/>
          </p:nvSpPr>
          <p:spPr>
            <a:xfrm>
              <a:off x="5844879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6" name="Forme libre 135">
              <a:extLst>
                <a:ext uri="{FF2B5EF4-FFF2-40B4-BE49-F238E27FC236}">
                  <a16:creationId xmlns:a16="http://schemas.microsoft.com/office/drawing/2014/main" id="{650794CD-0C7E-A945-9BBD-0C74E397CAF2}"/>
                </a:ext>
              </a:extLst>
            </p:cNvPr>
            <p:cNvSpPr/>
            <p:nvPr/>
          </p:nvSpPr>
          <p:spPr>
            <a:xfrm>
              <a:off x="5894475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7" name="Forme libre 136">
              <a:extLst>
                <a:ext uri="{FF2B5EF4-FFF2-40B4-BE49-F238E27FC236}">
                  <a16:creationId xmlns:a16="http://schemas.microsoft.com/office/drawing/2014/main" id="{AE48C113-1DB4-6548-8EFB-8189F254E9B5}"/>
                </a:ext>
              </a:extLst>
            </p:cNvPr>
            <p:cNvSpPr/>
            <p:nvPr/>
          </p:nvSpPr>
          <p:spPr>
            <a:xfrm>
              <a:off x="5844879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8" name="Forme libre 137">
              <a:extLst>
                <a:ext uri="{FF2B5EF4-FFF2-40B4-BE49-F238E27FC236}">
                  <a16:creationId xmlns:a16="http://schemas.microsoft.com/office/drawing/2014/main" id="{B94713B8-5128-C24C-A8B1-B09EB139A31D}"/>
                </a:ext>
              </a:extLst>
            </p:cNvPr>
            <p:cNvSpPr/>
            <p:nvPr/>
          </p:nvSpPr>
          <p:spPr>
            <a:xfrm>
              <a:off x="5894475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9" name="Forme libre 138">
              <a:extLst>
                <a:ext uri="{FF2B5EF4-FFF2-40B4-BE49-F238E27FC236}">
                  <a16:creationId xmlns:a16="http://schemas.microsoft.com/office/drawing/2014/main" id="{7446C118-65D3-6D48-A47B-9EB2C3898A0E}"/>
                </a:ext>
              </a:extLst>
            </p:cNvPr>
            <p:cNvSpPr/>
            <p:nvPr/>
          </p:nvSpPr>
          <p:spPr>
            <a:xfrm>
              <a:off x="5844879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0" name="Forme libre 139">
              <a:extLst>
                <a:ext uri="{FF2B5EF4-FFF2-40B4-BE49-F238E27FC236}">
                  <a16:creationId xmlns:a16="http://schemas.microsoft.com/office/drawing/2014/main" id="{1AC01DD8-0F5A-D143-B59F-E47CD525460D}"/>
                </a:ext>
              </a:extLst>
            </p:cNvPr>
            <p:cNvSpPr/>
            <p:nvPr/>
          </p:nvSpPr>
          <p:spPr>
            <a:xfrm>
              <a:off x="5894475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1" name="Forme libre 140">
              <a:extLst>
                <a:ext uri="{FF2B5EF4-FFF2-40B4-BE49-F238E27FC236}">
                  <a16:creationId xmlns:a16="http://schemas.microsoft.com/office/drawing/2014/main" id="{DC1031FD-1E21-064C-9D7E-B4C03010AC86}"/>
                </a:ext>
              </a:extLst>
            </p:cNvPr>
            <p:cNvSpPr/>
            <p:nvPr/>
          </p:nvSpPr>
          <p:spPr>
            <a:xfrm>
              <a:off x="5844879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2" name="Forme libre 141">
              <a:extLst>
                <a:ext uri="{FF2B5EF4-FFF2-40B4-BE49-F238E27FC236}">
                  <a16:creationId xmlns:a16="http://schemas.microsoft.com/office/drawing/2014/main" id="{51685D51-53C2-EF43-82B0-0D227404F738}"/>
                </a:ext>
              </a:extLst>
            </p:cNvPr>
            <p:cNvSpPr/>
            <p:nvPr/>
          </p:nvSpPr>
          <p:spPr>
            <a:xfrm>
              <a:off x="5894475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3" name="Forme libre 142">
              <a:extLst>
                <a:ext uri="{FF2B5EF4-FFF2-40B4-BE49-F238E27FC236}">
                  <a16:creationId xmlns:a16="http://schemas.microsoft.com/office/drawing/2014/main" id="{0F132E78-1908-7D4D-AAF9-E5B833BCEA86}"/>
                </a:ext>
              </a:extLst>
            </p:cNvPr>
            <p:cNvSpPr/>
            <p:nvPr/>
          </p:nvSpPr>
          <p:spPr>
            <a:xfrm>
              <a:off x="5844879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4" name="Forme libre 143">
              <a:extLst>
                <a:ext uri="{FF2B5EF4-FFF2-40B4-BE49-F238E27FC236}">
                  <a16:creationId xmlns:a16="http://schemas.microsoft.com/office/drawing/2014/main" id="{D47DA85D-81DF-EB41-A106-F93B8F375D30}"/>
                </a:ext>
              </a:extLst>
            </p:cNvPr>
            <p:cNvSpPr/>
            <p:nvPr/>
          </p:nvSpPr>
          <p:spPr>
            <a:xfrm>
              <a:off x="5894475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5" name="Forme libre 144">
              <a:extLst>
                <a:ext uri="{FF2B5EF4-FFF2-40B4-BE49-F238E27FC236}">
                  <a16:creationId xmlns:a16="http://schemas.microsoft.com/office/drawing/2014/main" id="{2B474137-BC57-F14F-BA1B-BEE42A6ED7FD}"/>
                </a:ext>
              </a:extLst>
            </p:cNvPr>
            <p:cNvSpPr/>
            <p:nvPr/>
          </p:nvSpPr>
          <p:spPr>
            <a:xfrm>
              <a:off x="5844879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6" name="Forme libre 145">
              <a:extLst>
                <a:ext uri="{FF2B5EF4-FFF2-40B4-BE49-F238E27FC236}">
                  <a16:creationId xmlns:a16="http://schemas.microsoft.com/office/drawing/2014/main" id="{8F8D9F9A-CAD0-8149-9E5C-A3EF98DA081E}"/>
                </a:ext>
              </a:extLst>
            </p:cNvPr>
            <p:cNvSpPr/>
            <p:nvPr/>
          </p:nvSpPr>
          <p:spPr>
            <a:xfrm>
              <a:off x="5894475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7" name="Forme libre 146">
              <a:extLst>
                <a:ext uri="{FF2B5EF4-FFF2-40B4-BE49-F238E27FC236}">
                  <a16:creationId xmlns:a16="http://schemas.microsoft.com/office/drawing/2014/main" id="{6B3C1147-557E-7B40-9E45-968A9F8053D5}"/>
                </a:ext>
              </a:extLst>
            </p:cNvPr>
            <p:cNvSpPr/>
            <p:nvPr/>
          </p:nvSpPr>
          <p:spPr>
            <a:xfrm>
              <a:off x="5844879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8" name="Forme libre 147">
              <a:extLst>
                <a:ext uri="{FF2B5EF4-FFF2-40B4-BE49-F238E27FC236}">
                  <a16:creationId xmlns:a16="http://schemas.microsoft.com/office/drawing/2014/main" id="{7C62F939-843A-EE41-8FE6-5C134EB9AD23}"/>
                </a:ext>
              </a:extLst>
            </p:cNvPr>
            <p:cNvSpPr/>
            <p:nvPr/>
          </p:nvSpPr>
          <p:spPr>
            <a:xfrm>
              <a:off x="5894475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9" name="Forme libre 148">
              <a:extLst>
                <a:ext uri="{FF2B5EF4-FFF2-40B4-BE49-F238E27FC236}">
                  <a16:creationId xmlns:a16="http://schemas.microsoft.com/office/drawing/2014/main" id="{E8DE9B23-41A7-A244-BBD5-C60A55FECDA1}"/>
                </a:ext>
              </a:extLst>
            </p:cNvPr>
            <p:cNvSpPr/>
            <p:nvPr/>
          </p:nvSpPr>
          <p:spPr>
            <a:xfrm>
              <a:off x="5844879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0" name="Forme libre 149">
              <a:extLst>
                <a:ext uri="{FF2B5EF4-FFF2-40B4-BE49-F238E27FC236}">
                  <a16:creationId xmlns:a16="http://schemas.microsoft.com/office/drawing/2014/main" id="{2E62864A-36C2-234C-9B02-BAF155ACB97F}"/>
                </a:ext>
              </a:extLst>
            </p:cNvPr>
            <p:cNvSpPr/>
            <p:nvPr/>
          </p:nvSpPr>
          <p:spPr>
            <a:xfrm>
              <a:off x="5894475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1" name="Forme libre 150">
              <a:extLst>
                <a:ext uri="{FF2B5EF4-FFF2-40B4-BE49-F238E27FC236}">
                  <a16:creationId xmlns:a16="http://schemas.microsoft.com/office/drawing/2014/main" id="{D637CA51-5271-5741-9FAA-7485A7B5EF06}"/>
                </a:ext>
              </a:extLst>
            </p:cNvPr>
            <p:cNvSpPr/>
            <p:nvPr/>
          </p:nvSpPr>
          <p:spPr>
            <a:xfrm>
              <a:off x="5844879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2" name="Forme libre 151">
              <a:extLst>
                <a:ext uri="{FF2B5EF4-FFF2-40B4-BE49-F238E27FC236}">
                  <a16:creationId xmlns:a16="http://schemas.microsoft.com/office/drawing/2014/main" id="{31D0032F-E5EA-974E-B7D3-B68E8222D42D}"/>
                </a:ext>
              </a:extLst>
            </p:cNvPr>
            <p:cNvSpPr/>
            <p:nvPr/>
          </p:nvSpPr>
          <p:spPr>
            <a:xfrm>
              <a:off x="5894475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3" name="Forme libre 152">
              <a:extLst>
                <a:ext uri="{FF2B5EF4-FFF2-40B4-BE49-F238E27FC236}">
                  <a16:creationId xmlns:a16="http://schemas.microsoft.com/office/drawing/2014/main" id="{08D43BA6-413A-C740-B136-57DF63293E9A}"/>
                </a:ext>
              </a:extLst>
            </p:cNvPr>
            <p:cNvSpPr/>
            <p:nvPr/>
          </p:nvSpPr>
          <p:spPr>
            <a:xfrm>
              <a:off x="6249642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4" name="Forme libre 153">
              <a:extLst>
                <a:ext uri="{FF2B5EF4-FFF2-40B4-BE49-F238E27FC236}">
                  <a16:creationId xmlns:a16="http://schemas.microsoft.com/office/drawing/2014/main" id="{5B8D07AB-811D-8D4E-8846-666CC79550B6}"/>
                </a:ext>
              </a:extLst>
            </p:cNvPr>
            <p:cNvSpPr/>
            <p:nvPr/>
          </p:nvSpPr>
          <p:spPr>
            <a:xfrm>
              <a:off x="6299238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5" name="Forme libre 154">
              <a:extLst>
                <a:ext uri="{FF2B5EF4-FFF2-40B4-BE49-F238E27FC236}">
                  <a16:creationId xmlns:a16="http://schemas.microsoft.com/office/drawing/2014/main" id="{88FBC3DF-72CD-3B4C-B7D2-11DA766DC7C3}"/>
                </a:ext>
              </a:extLst>
            </p:cNvPr>
            <p:cNvSpPr/>
            <p:nvPr/>
          </p:nvSpPr>
          <p:spPr>
            <a:xfrm>
              <a:off x="6249642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6" name="Forme libre 155">
              <a:extLst>
                <a:ext uri="{FF2B5EF4-FFF2-40B4-BE49-F238E27FC236}">
                  <a16:creationId xmlns:a16="http://schemas.microsoft.com/office/drawing/2014/main" id="{D76B94D7-3DAE-E54F-904C-1E301B56FFB4}"/>
                </a:ext>
              </a:extLst>
            </p:cNvPr>
            <p:cNvSpPr/>
            <p:nvPr/>
          </p:nvSpPr>
          <p:spPr>
            <a:xfrm>
              <a:off x="6299238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7" name="Forme libre 156">
              <a:extLst>
                <a:ext uri="{FF2B5EF4-FFF2-40B4-BE49-F238E27FC236}">
                  <a16:creationId xmlns:a16="http://schemas.microsoft.com/office/drawing/2014/main" id="{06724B2C-B735-A34B-AC13-8100F2FD873C}"/>
                </a:ext>
              </a:extLst>
            </p:cNvPr>
            <p:cNvSpPr/>
            <p:nvPr/>
          </p:nvSpPr>
          <p:spPr>
            <a:xfrm>
              <a:off x="6249642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8" name="Forme libre 157">
              <a:extLst>
                <a:ext uri="{FF2B5EF4-FFF2-40B4-BE49-F238E27FC236}">
                  <a16:creationId xmlns:a16="http://schemas.microsoft.com/office/drawing/2014/main" id="{B74E301F-4FE6-5F49-8368-CE394E25BDD5}"/>
                </a:ext>
              </a:extLst>
            </p:cNvPr>
            <p:cNvSpPr/>
            <p:nvPr/>
          </p:nvSpPr>
          <p:spPr>
            <a:xfrm>
              <a:off x="6299238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9" name="Forme libre 158">
              <a:extLst>
                <a:ext uri="{FF2B5EF4-FFF2-40B4-BE49-F238E27FC236}">
                  <a16:creationId xmlns:a16="http://schemas.microsoft.com/office/drawing/2014/main" id="{0912534E-1785-6E4C-8E62-E63DA3E9E809}"/>
                </a:ext>
              </a:extLst>
            </p:cNvPr>
            <p:cNvSpPr/>
            <p:nvPr/>
          </p:nvSpPr>
          <p:spPr>
            <a:xfrm>
              <a:off x="6249642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0" name="Forme libre 159">
              <a:extLst>
                <a:ext uri="{FF2B5EF4-FFF2-40B4-BE49-F238E27FC236}">
                  <a16:creationId xmlns:a16="http://schemas.microsoft.com/office/drawing/2014/main" id="{5E8F0339-BD2F-F941-BEF5-02B42382FEB2}"/>
                </a:ext>
              </a:extLst>
            </p:cNvPr>
            <p:cNvSpPr/>
            <p:nvPr/>
          </p:nvSpPr>
          <p:spPr>
            <a:xfrm>
              <a:off x="6299238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1" name="Forme libre 160">
              <a:extLst>
                <a:ext uri="{FF2B5EF4-FFF2-40B4-BE49-F238E27FC236}">
                  <a16:creationId xmlns:a16="http://schemas.microsoft.com/office/drawing/2014/main" id="{1AFCE83C-5A71-8A43-9B7C-21BEA2189874}"/>
                </a:ext>
              </a:extLst>
            </p:cNvPr>
            <p:cNvSpPr/>
            <p:nvPr/>
          </p:nvSpPr>
          <p:spPr>
            <a:xfrm>
              <a:off x="6249642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2" name="Forme libre 161">
              <a:extLst>
                <a:ext uri="{FF2B5EF4-FFF2-40B4-BE49-F238E27FC236}">
                  <a16:creationId xmlns:a16="http://schemas.microsoft.com/office/drawing/2014/main" id="{1F7FEC37-0D70-2D44-B42B-D629C90F84AD}"/>
                </a:ext>
              </a:extLst>
            </p:cNvPr>
            <p:cNvSpPr/>
            <p:nvPr/>
          </p:nvSpPr>
          <p:spPr>
            <a:xfrm>
              <a:off x="6299238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3" name="Forme libre 162">
              <a:extLst>
                <a:ext uri="{FF2B5EF4-FFF2-40B4-BE49-F238E27FC236}">
                  <a16:creationId xmlns:a16="http://schemas.microsoft.com/office/drawing/2014/main" id="{0EED7D96-C49E-AA49-9EE9-C084E1B3E912}"/>
                </a:ext>
              </a:extLst>
            </p:cNvPr>
            <p:cNvSpPr/>
            <p:nvPr/>
          </p:nvSpPr>
          <p:spPr>
            <a:xfrm>
              <a:off x="6249642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4" name="Forme libre 163">
              <a:extLst>
                <a:ext uri="{FF2B5EF4-FFF2-40B4-BE49-F238E27FC236}">
                  <a16:creationId xmlns:a16="http://schemas.microsoft.com/office/drawing/2014/main" id="{56E6DE8A-19C6-D44D-9244-ED5AB0ADE347}"/>
                </a:ext>
              </a:extLst>
            </p:cNvPr>
            <p:cNvSpPr/>
            <p:nvPr/>
          </p:nvSpPr>
          <p:spPr>
            <a:xfrm>
              <a:off x="6299238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5" name="Forme libre 164">
              <a:extLst>
                <a:ext uri="{FF2B5EF4-FFF2-40B4-BE49-F238E27FC236}">
                  <a16:creationId xmlns:a16="http://schemas.microsoft.com/office/drawing/2014/main" id="{E0FA2A1B-B728-9440-823F-E9A33BF8DCAD}"/>
                </a:ext>
              </a:extLst>
            </p:cNvPr>
            <p:cNvSpPr/>
            <p:nvPr/>
          </p:nvSpPr>
          <p:spPr>
            <a:xfrm>
              <a:off x="6249642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6" name="Forme libre 165">
              <a:extLst>
                <a:ext uri="{FF2B5EF4-FFF2-40B4-BE49-F238E27FC236}">
                  <a16:creationId xmlns:a16="http://schemas.microsoft.com/office/drawing/2014/main" id="{DF61BD7F-BD2C-2843-93C9-EE94B56949A3}"/>
                </a:ext>
              </a:extLst>
            </p:cNvPr>
            <p:cNvSpPr/>
            <p:nvPr/>
          </p:nvSpPr>
          <p:spPr>
            <a:xfrm>
              <a:off x="6299238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7" name="Forme libre 166">
              <a:extLst>
                <a:ext uri="{FF2B5EF4-FFF2-40B4-BE49-F238E27FC236}">
                  <a16:creationId xmlns:a16="http://schemas.microsoft.com/office/drawing/2014/main" id="{8D13A98F-7AF7-4F48-A8A4-56A1BB1E7B7F}"/>
                </a:ext>
              </a:extLst>
            </p:cNvPr>
            <p:cNvSpPr/>
            <p:nvPr/>
          </p:nvSpPr>
          <p:spPr>
            <a:xfrm>
              <a:off x="6249642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8" name="Forme libre 167">
              <a:extLst>
                <a:ext uri="{FF2B5EF4-FFF2-40B4-BE49-F238E27FC236}">
                  <a16:creationId xmlns:a16="http://schemas.microsoft.com/office/drawing/2014/main" id="{97E3C14F-192A-7540-9D25-0454C15CB0EF}"/>
                </a:ext>
              </a:extLst>
            </p:cNvPr>
            <p:cNvSpPr/>
            <p:nvPr/>
          </p:nvSpPr>
          <p:spPr>
            <a:xfrm>
              <a:off x="6299238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9" name="Forme libre 168">
              <a:extLst>
                <a:ext uri="{FF2B5EF4-FFF2-40B4-BE49-F238E27FC236}">
                  <a16:creationId xmlns:a16="http://schemas.microsoft.com/office/drawing/2014/main" id="{0C8E467B-8890-F34A-9FCD-64BDBD4C866A}"/>
                </a:ext>
              </a:extLst>
            </p:cNvPr>
            <p:cNvSpPr/>
            <p:nvPr/>
          </p:nvSpPr>
          <p:spPr>
            <a:xfrm>
              <a:off x="6249642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0" name="Forme libre 169">
              <a:extLst>
                <a:ext uri="{FF2B5EF4-FFF2-40B4-BE49-F238E27FC236}">
                  <a16:creationId xmlns:a16="http://schemas.microsoft.com/office/drawing/2014/main" id="{218369D0-CB90-5241-8C6D-E03212666E35}"/>
                </a:ext>
              </a:extLst>
            </p:cNvPr>
            <p:cNvSpPr/>
            <p:nvPr/>
          </p:nvSpPr>
          <p:spPr>
            <a:xfrm>
              <a:off x="6299238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1" name="Forme libre 170">
              <a:extLst>
                <a:ext uri="{FF2B5EF4-FFF2-40B4-BE49-F238E27FC236}">
                  <a16:creationId xmlns:a16="http://schemas.microsoft.com/office/drawing/2014/main" id="{77C47EC6-D911-8342-9EE0-31B4EB7CB458}"/>
                </a:ext>
              </a:extLst>
            </p:cNvPr>
            <p:cNvSpPr/>
            <p:nvPr/>
          </p:nvSpPr>
          <p:spPr>
            <a:xfrm>
              <a:off x="6249642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2" name="Forme libre 171">
              <a:extLst>
                <a:ext uri="{FF2B5EF4-FFF2-40B4-BE49-F238E27FC236}">
                  <a16:creationId xmlns:a16="http://schemas.microsoft.com/office/drawing/2014/main" id="{D3B159C5-C688-F443-8656-AD9FA647F33F}"/>
                </a:ext>
              </a:extLst>
            </p:cNvPr>
            <p:cNvSpPr/>
            <p:nvPr/>
          </p:nvSpPr>
          <p:spPr>
            <a:xfrm>
              <a:off x="6299238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3" name="Forme libre 172">
              <a:extLst>
                <a:ext uri="{FF2B5EF4-FFF2-40B4-BE49-F238E27FC236}">
                  <a16:creationId xmlns:a16="http://schemas.microsoft.com/office/drawing/2014/main" id="{70018DD4-73DD-4B4F-A848-7CAC6FA8B6D3}"/>
                </a:ext>
              </a:extLst>
            </p:cNvPr>
            <p:cNvSpPr/>
            <p:nvPr/>
          </p:nvSpPr>
          <p:spPr>
            <a:xfrm>
              <a:off x="6654405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4" name="Forme libre 173">
              <a:extLst>
                <a:ext uri="{FF2B5EF4-FFF2-40B4-BE49-F238E27FC236}">
                  <a16:creationId xmlns:a16="http://schemas.microsoft.com/office/drawing/2014/main" id="{1F29CC6F-C331-B44E-911B-D1DD55C4A090}"/>
                </a:ext>
              </a:extLst>
            </p:cNvPr>
            <p:cNvSpPr/>
            <p:nvPr/>
          </p:nvSpPr>
          <p:spPr>
            <a:xfrm>
              <a:off x="6704001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5" name="Forme libre 174">
              <a:extLst>
                <a:ext uri="{FF2B5EF4-FFF2-40B4-BE49-F238E27FC236}">
                  <a16:creationId xmlns:a16="http://schemas.microsoft.com/office/drawing/2014/main" id="{BA0D8281-F2D4-F74D-8C49-BC6E2251C30C}"/>
                </a:ext>
              </a:extLst>
            </p:cNvPr>
            <p:cNvSpPr/>
            <p:nvPr/>
          </p:nvSpPr>
          <p:spPr>
            <a:xfrm>
              <a:off x="6654405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6" name="Forme libre 175">
              <a:extLst>
                <a:ext uri="{FF2B5EF4-FFF2-40B4-BE49-F238E27FC236}">
                  <a16:creationId xmlns:a16="http://schemas.microsoft.com/office/drawing/2014/main" id="{594E4529-C344-524A-BE35-2A16446601A5}"/>
                </a:ext>
              </a:extLst>
            </p:cNvPr>
            <p:cNvSpPr/>
            <p:nvPr/>
          </p:nvSpPr>
          <p:spPr>
            <a:xfrm>
              <a:off x="6704001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7" name="Forme libre 176">
              <a:extLst>
                <a:ext uri="{FF2B5EF4-FFF2-40B4-BE49-F238E27FC236}">
                  <a16:creationId xmlns:a16="http://schemas.microsoft.com/office/drawing/2014/main" id="{D4B678AE-8442-554C-B146-122248802126}"/>
                </a:ext>
              </a:extLst>
            </p:cNvPr>
            <p:cNvSpPr/>
            <p:nvPr/>
          </p:nvSpPr>
          <p:spPr>
            <a:xfrm>
              <a:off x="6654405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8" name="Forme libre 177">
              <a:extLst>
                <a:ext uri="{FF2B5EF4-FFF2-40B4-BE49-F238E27FC236}">
                  <a16:creationId xmlns:a16="http://schemas.microsoft.com/office/drawing/2014/main" id="{27E14747-D768-3B4B-86C5-84AD976E8037}"/>
                </a:ext>
              </a:extLst>
            </p:cNvPr>
            <p:cNvSpPr/>
            <p:nvPr/>
          </p:nvSpPr>
          <p:spPr>
            <a:xfrm>
              <a:off x="6704001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79" name="Forme libre 178">
              <a:extLst>
                <a:ext uri="{FF2B5EF4-FFF2-40B4-BE49-F238E27FC236}">
                  <a16:creationId xmlns:a16="http://schemas.microsoft.com/office/drawing/2014/main" id="{7BC928D2-A4BD-DA4A-B1F6-B2EFDF1A67FC}"/>
                </a:ext>
              </a:extLst>
            </p:cNvPr>
            <p:cNvSpPr/>
            <p:nvPr/>
          </p:nvSpPr>
          <p:spPr>
            <a:xfrm>
              <a:off x="6654405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0" name="Forme libre 179">
              <a:extLst>
                <a:ext uri="{FF2B5EF4-FFF2-40B4-BE49-F238E27FC236}">
                  <a16:creationId xmlns:a16="http://schemas.microsoft.com/office/drawing/2014/main" id="{8B72C68D-5A2E-974B-97E1-D1E322F771E5}"/>
                </a:ext>
              </a:extLst>
            </p:cNvPr>
            <p:cNvSpPr/>
            <p:nvPr/>
          </p:nvSpPr>
          <p:spPr>
            <a:xfrm>
              <a:off x="6704001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1" name="Forme libre 180">
              <a:extLst>
                <a:ext uri="{FF2B5EF4-FFF2-40B4-BE49-F238E27FC236}">
                  <a16:creationId xmlns:a16="http://schemas.microsoft.com/office/drawing/2014/main" id="{92145074-B0FE-184B-88AB-BC9EE94C4E5E}"/>
                </a:ext>
              </a:extLst>
            </p:cNvPr>
            <p:cNvSpPr/>
            <p:nvPr/>
          </p:nvSpPr>
          <p:spPr>
            <a:xfrm>
              <a:off x="6654405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2" name="Forme libre 181">
              <a:extLst>
                <a:ext uri="{FF2B5EF4-FFF2-40B4-BE49-F238E27FC236}">
                  <a16:creationId xmlns:a16="http://schemas.microsoft.com/office/drawing/2014/main" id="{107440E3-4747-3046-8391-2682CA5B19D7}"/>
                </a:ext>
              </a:extLst>
            </p:cNvPr>
            <p:cNvSpPr/>
            <p:nvPr/>
          </p:nvSpPr>
          <p:spPr>
            <a:xfrm>
              <a:off x="6704001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3" name="Forme libre 182">
              <a:extLst>
                <a:ext uri="{FF2B5EF4-FFF2-40B4-BE49-F238E27FC236}">
                  <a16:creationId xmlns:a16="http://schemas.microsoft.com/office/drawing/2014/main" id="{F908C272-FAA9-9240-B10A-7477FD754A55}"/>
                </a:ext>
              </a:extLst>
            </p:cNvPr>
            <p:cNvSpPr/>
            <p:nvPr/>
          </p:nvSpPr>
          <p:spPr>
            <a:xfrm>
              <a:off x="6654405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4" name="Forme libre 183">
              <a:extLst>
                <a:ext uri="{FF2B5EF4-FFF2-40B4-BE49-F238E27FC236}">
                  <a16:creationId xmlns:a16="http://schemas.microsoft.com/office/drawing/2014/main" id="{F626451C-7A02-AD49-9C54-5EBED474BF24}"/>
                </a:ext>
              </a:extLst>
            </p:cNvPr>
            <p:cNvSpPr/>
            <p:nvPr/>
          </p:nvSpPr>
          <p:spPr>
            <a:xfrm>
              <a:off x="6704001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5" name="Forme libre 184">
              <a:extLst>
                <a:ext uri="{FF2B5EF4-FFF2-40B4-BE49-F238E27FC236}">
                  <a16:creationId xmlns:a16="http://schemas.microsoft.com/office/drawing/2014/main" id="{79B76B64-3D5F-E644-B9D2-43AB362405C3}"/>
                </a:ext>
              </a:extLst>
            </p:cNvPr>
            <p:cNvSpPr/>
            <p:nvPr/>
          </p:nvSpPr>
          <p:spPr>
            <a:xfrm>
              <a:off x="6654405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6" name="Forme libre 185">
              <a:extLst>
                <a:ext uri="{FF2B5EF4-FFF2-40B4-BE49-F238E27FC236}">
                  <a16:creationId xmlns:a16="http://schemas.microsoft.com/office/drawing/2014/main" id="{F05943AC-4B29-6247-BC64-D815793D47C8}"/>
                </a:ext>
              </a:extLst>
            </p:cNvPr>
            <p:cNvSpPr/>
            <p:nvPr/>
          </p:nvSpPr>
          <p:spPr>
            <a:xfrm>
              <a:off x="6704001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7" name="Forme libre 186">
              <a:extLst>
                <a:ext uri="{FF2B5EF4-FFF2-40B4-BE49-F238E27FC236}">
                  <a16:creationId xmlns:a16="http://schemas.microsoft.com/office/drawing/2014/main" id="{9962BA0E-54F5-6647-9B44-FA047D8E5026}"/>
                </a:ext>
              </a:extLst>
            </p:cNvPr>
            <p:cNvSpPr/>
            <p:nvPr/>
          </p:nvSpPr>
          <p:spPr>
            <a:xfrm>
              <a:off x="6654405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8" name="Forme libre 187">
              <a:extLst>
                <a:ext uri="{FF2B5EF4-FFF2-40B4-BE49-F238E27FC236}">
                  <a16:creationId xmlns:a16="http://schemas.microsoft.com/office/drawing/2014/main" id="{E4D88963-4BEF-5846-97ED-00D330157708}"/>
                </a:ext>
              </a:extLst>
            </p:cNvPr>
            <p:cNvSpPr/>
            <p:nvPr/>
          </p:nvSpPr>
          <p:spPr>
            <a:xfrm>
              <a:off x="6704001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9" name="Forme libre 188">
              <a:extLst>
                <a:ext uri="{FF2B5EF4-FFF2-40B4-BE49-F238E27FC236}">
                  <a16:creationId xmlns:a16="http://schemas.microsoft.com/office/drawing/2014/main" id="{8EAC321C-5AD2-6F4E-BB3D-419AF187A694}"/>
                </a:ext>
              </a:extLst>
            </p:cNvPr>
            <p:cNvSpPr/>
            <p:nvPr/>
          </p:nvSpPr>
          <p:spPr>
            <a:xfrm>
              <a:off x="6654405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0" name="Forme libre 189">
              <a:extLst>
                <a:ext uri="{FF2B5EF4-FFF2-40B4-BE49-F238E27FC236}">
                  <a16:creationId xmlns:a16="http://schemas.microsoft.com/office/drawing/2014/main" id="{341474F6-275D-0C4F-B1FA-F881CE49D279}"/>
                </a:ext>
              </a:extLst>
            </p:cNvPr>
            <p:cNvSpPr/>
            <p:nvPr/>
          </p:nvSpPr>
          <p:spPr>
            <a:xfrm>
              <a:off x="6704001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1" name="Forme libre 190">
              <a:extLst>
                <a:ext uri="{FF2B5EF4-FFF2-40B4-BE49-F238E27FC236}">
                  <a16:creationId xmlns:a16="http://schemas.microsoft.com/office/drawing/2014/main" id="{D8562C59-659A-A447-82FE-F61563D917D0}"/>
                </a:ext>
              </a:extLst>
            </p:cNvPr>
            <p:cNvSpPr/>
            <p:nvPr/>
          </p:nvSpPr>
          <p:spPr>
            <a:xfrm>
              <a:off x="6654405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2" name="Forme libre 191">
              <a:extLst>
                <a:ext uri="{FF2B5EF4-FFF2-40B4-BE49-F238E27FC236}">
                  <a16:creationId xmlns:a16="http://schemas.microsoft.com/office/drawing/2014/main" id="{2150598D-C794-8947-800D-92F076AAA093}"/>
                </a:ext>
              </a:extLst>
            </p:cNvPr>
            <p:cNvSpPr/>
            <p:nvPr/>
          </p:nvSpPr>
          <p:spPr>
            <a:xfrm>
              <a:off x="6704001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3" name="Forme libre 192">
              <a:extLst>
                <a:ext uri="{FF2B5EF4-FFF2-40B4-BE49-F238E27FC236}">
                  <a16:creationId xmlns:a16="http://schemas.microsoft.com/office/drawing/2014/main" id="{E2CED750-9163-F84A-ACF4-1EB40D08D518}"/>
                </a:ext>
              </a:extLst>
            </p:cNvPr>
            <p:cNvSpPr/>
            <p:nvPr/>
          </p:nvSpPr>
          <p:spPr>
            <a:xfrm>
              <a:off x="7059168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4" name="Forme libre 193">
              <a:extLst>
                <a:ext uri="{FF2B5EF4-FFF2-40B4-BE49-F238E27FC236}">
                  <a16:creationId xmlns:a16="http://schemas.microsoft.com/office/drawing/2014/main" id="{19790CE9-D982-C347-8494-FF43B070E7F9}"/>
                </a:ext>
              </a:extLst>
            </p:cNvPr>
            <p:cNvSpPr/>
            <p:nvPr/>
          </p:nvSpPr>
          <p:spPr>
            <a:xfrm>
              <a:off x="7108764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5" name="Forme libre 194">
              <a:extLst>
                <a:ext uri="{FF2B5EF4-FFF2-40B4-BE49-F238E27FC236}">
                  <a16:creationId xmlns:a16="http://schemas.microsoft.com/office/drawing/2014/main" id="{CE53DA44-CC44-BC45-A968-2465F6E5EB43}"/>
                </a:ext>
              </a:extLst>
            </p:cNvPr>
            <p:cNvSpPr/>
            <p:nvPr/>
          </p:nvSpPr>
          <p:spPr>
            <a:xfrm>
              <a:off x="7059168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6" name="Forme libre 195">
              <a:extLst>
                <a:ext uri="{FF2B5EF4-FFF2-40B4-BE49-F238E27FC236}">
                  <a16:creationId xmlns:a16="http://schemas.microsoft.com/office/drawing/2014/main" id="{FCBB9B79-6BEF-6E41-BEAB-F28BEAEFB1AE}"/>
                </a:ext>
              </a:extLst>
            </p:cNvPr>
            <p:cNvSpPr/>
            <p:nvPr/>
          </p:nvSpPr>
          <p:spPr>
            <a:xfrm>
              <a:off x="7108764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7" name="Forme libre 196">
              <a:extLst>
                <a:ext uri="{FF2B5EF4-FFF2-40B4-BE49-F238E27FC236}">
                  <a16:creationId xmlns:a16="http://schemas.microsoft.com/office/drawing/2014/main" id="{95156D88-FEFA-FB4D-B418-DA43F51D5137}"/>
                </a:ext>
              </a:extLst>
            </p:cNvPr>
            <p:cNvSpPr/>
            <p:nvPr/>
          </p:nvSpPr>
          <p:spPr>
            <a:xfrm>
              <a:off x="7059168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8" name="Forme libre 197">
              <a:extLst>
                <a:ext uri="{FF2B5EF4-FFF2-40B4-BE49-F238E27FC236}">
                  <a16:creationId xmlns:a16="http://schemas.microsoft.com/office/drawing/2014/main" id="{EE2BE648-358F-5E49-9D8B-4B2AE5DF1624}"/>
                </a:ext>
              </a:extLst>
            </p:cNvPr>
            <p:cNvSpPr/>
            <p:nvPr/>
          </p:nvSpPr>
          <p:spPr>
            <a:xfrm>
              <a:off x="7108764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9" name="Forme libre 198">
              <a:extLst>
                <a:ext uri="{FF2B5EF4-FFF2-40B4-BE49-F238E27FC236}">
                  <a16:creationId xmlns:a16="http://schemas.microsoft.com/office/drawing/2014/main" id="{34E8D292-DC6A-AF4E-A886-BA28B7631A85}"/>
                </a:ext>
              </a:extLst>
            </p:cNvPr>
            <p:cNvSpPr/>
            <p:nvPr/>
          </p:nvSpPr>
          <p:spPr>
            <a:xfrm>
              <a:off x="7059168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0" name="Forme libre 199">
              <a:extLst>
                <a:ext uri="{FF2B5EF4-FFF2-40B4-BE49-F238E27FC236}">
                  <a16:creationId xmlns:a16="http://schemas.microsoft.com/office/drawing/2014/main" id="{B96D2331-D3C2-A948-9DE2-79942457F8C4}"/>
                </a:ext>
              </a:extLst>
            </p:cNvPr>
            <p:cNvSpPr/>
            <p:nvPr/>
          </p:nvSpPr>
          <p:spPr>
            <a:xfrm>
              <a:off x="7108764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1" name="Forme libre 200">
              <a:extLst>
                <a:ext uri="{FF2B5EF4-FFF2-40B4-BE49-F238E27FC236}">
                  <a16:creationId xmlns:a16="http://schemas.microsoft.com/office/drawing/2014/main" id="{8862F38D-7480-C946-8A60-CD11FE168D0C}"/>
                </a:ext>
              </a:extLst>
            </p:cNvPr>
            <p:cNvSpPr/>
            <p:nvPr/>
          </p:nvSpPr>
          <p:spPr>
            <a:xfrm>
              <a:off x="7059168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2" name="Forme libre 201">
              <a:extLst>
                <a:ext uri="{FF2B5EF4-FFF2-40B4-BE49-F238E27FC236}">
                  <a16:creationId xmlns:a16="http://schemas.microsoft.com/office/drawing/2014/main" id="{93DB6D78-1681-7E43-9A17-C0079676C47C}"/>
                </a:ext>
              </a:extLst>
            </p:cNvPr>
            <p:cNvSpPr/>
            <p:nvPr/>
          </p:nvSpPr>
          <p:spPr>
            <a:xfrm>
              <a:off x="7108764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3" name="Forme libre 202">
              <a:extLst>
                <a:ext uri="{FF2B5EF4-FFF2-40B4-BE49-F238E27FC236}">
                  <a16:creationId xmlns:a16="http://schemas.microsoft.com/office/drawing/2014/main" id="{8F2EFE66-A94F-F44B-B11E-9EAC90A3AAAE}"/>
                </a:ext>
              </a:extLst>
            </p:cNvPr>
            <p:cNvSpPr/>
            <p:nvPr/>
          </p:nvSpPr>
          <p:spPr>
            <a:xfrm>
              <a:off x="7059168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4" name="Forme libre 203">
              <a:extLst>
                <a:ext uri="{FF2B5EF4-FFF2-40B4-BE49-F238E27FC236}">
                  <a16:creationId xmlns:a16="http://schemas.microsoft.com/office/drawing/2014/main" id="{72766E08-2774-2845-9148-1FF537119FD1}"/>
                </a:ext>
              </a:extLst>
            </p:cNvPr>
            <p:cNvSpPr/>
            <p:nvPr/>
          </p:nvSpPr>
          <p:spPr>
            <a:xfrm>
              <a:off x="7108764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5" name="Forme libre 204">
              <a:extLst>
                <a:ext uri="{FF2B5EF4-FFF2-40B4-BE49-F238E27FC236}">
                  <a16:creationId xmlns:a16="http://schemas.microsoft.com/office/drawing/2014/main" id="{D47FECEA-4675-9F4C-8A07-1CC2DDB1020F}"/>
                </a:ext>
              </a:extLst>
            </p:cNvPr>
            <p:cNvSpPr/>
            <p:nvPr/>
          </p:nvSpPr>
          <p:spPr>
            <a:xfrm>
              <a:off x="7059168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6" name="Forme libre 205">
              <a:extLst>
                <a:ext uri="{FF2B5EF4-FFF2-40B4-BE49-F238E27FC236}">
                  <a16:creationId xmlns:a16="http://schemas.microsoft.com/office/drawing/2014/main" id="{1978CF88-F520-944C-8F65-2DA729E9790D}"/>
                </a:ext>
              </a:extLst>
            </p:cNvPr>
            <p:cNvSpPr/>
            <p:nvPr/>
          </p:nvSpPr>
          <p:spPr>
            <a:xfrm>
              <a:off x="7108764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7" name="Forme libre 206">
              <a:extLst>
                <a:ext uri="{FF2B5EF4-FFF2-40B4-BE49-F238E27FC236}">
                  <a16:creationId xmlns:a16="http://schemas.microsoft.com/office/drawing/2014/main" id="{C2EA0F47-AC0A-2641-9525-A04B130729A2}"/>
                </a:ext>
              </a:extLst>
            </p:cNvPr>
            <p:cNvSpPr/>
            <p:nvPr/>
          </p:nvSpPr>
          <p:spPr>
            <a:xfrm>
              <a:off x="7059168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8" name="Forme libre 207">
              <a:extLst>
                <a:ext uri="{FF2B5EF4-FFF2-40B4-BE49-F238E27FC236}">
                  <a16:creationId xmlns:a16="http://schemas.microsoft.com/office/drawing/2014/main" id="{0AD5F49D-F277-6F4E-90C4-069BB9B8E966}"/>
                </a:ext>
              </a:extLst>
            </p:cNvPr>
            <p:cNvSpPr/>
            <p:nvPr/>
          </p:nvSpPr>
          <p:spPr>
            <a:xfrm>
              <a:off x="7108764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9" name="Forme libre 208">
              <a:extLst>
                <a:ext uri="{FF2B5EF4-FFF2-40B4-BE49-F238E27FC236}">
                  <a16:creationId xmlns:a16="http://schemas.microsoft.com/office/drawing/2014/main" id="{3D47FF02-7ABE-2948-8B43-F357D7DCD4A2}"/>
                </a:ext>
              </a:extLst>
            </p:cNvPr>
            <p:cNvSpPr/>
            <p:nvPr/>
          </p:nvSpPr>
          <p:spPr>
            <a:xfrm>
              <a:off x="7059168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0" name="Forme libre 209">
              <a:extLst>
                <a:ext uri="{FF2B5EF4-FFF2-40B4-BE49-F238E27FC236}">
                  <a16:creationId xmlns:a16="http://schemas.microsoft.com/office/drawing/2014/main" id="{EA52C170-D7BC-1C41-8C0A-A452AEF520A3}"/>
                </a:ext>
              </a:extLst>
            </p:cNvPr>
            <p:cNvSpPr/>
            <p:nvPr/>
          </p:nvSpPr>
          <p:spPr>
            <a:xfrm>
              <a:off x="7108764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1" name="Forme libre 210">
              <a:extLst>
                <a:ext uri="{FF2B5EF4-FFF2-40B4-BE49-F238E27FC236}">
                  <a16:creationId xmlns:a16="http://schemas.microsoft.com/office/drawing/2014/main" id="{236E9B24-C80E-9F43-BA57-D95875E4445E}"/>
                </a:ext>
              </a:extLst>
            </p:cNvPr>
            <p:cNvSpPr/>
            <p:nvPr/>
          </p:nvSpPr>
          <p:spPr>
            <a:xfrm>
              <a:off x="7059168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2" name="Forme libre 211">
              <a:extLst>
                <a:ext uri="{FF2B5EF4-FFF2-40B4-BE49-F238E27FC236}">
                  <a16:creationId xmlns:a16="http://schemas.microsoft.com/office/drawing/2014/main" id="{9D2AB8EB-29B8-294B-AADD-C8C3D37FE58E}"/>
                </a:ext>
              </a:extLst>
            </p:cNvPr>
            <p:cNvSpPr/>
            <p:nvPr/>
          </p:nvSpPr>
          <p:spPr>
            <a:xfrm>
              <a:off x="7108764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3" name="Forme libre 212">
              <a:extLst>
                <a:ext uri="{FF2B5EF4-FFF2-40B4-BE49-F238E27FC236}">
                  <a16:creationId xmlns:a16="http://schemas.microsoft.com/office/drawing/2014/main" id="{45412CA9-6910-9346-9E7D-AD90FF855E1B}"/>
                </a:ext>
              </a:extLst>
            </p:cNvPr>
            <p:cNvSpPr/>
            <p:nvPr/>
          </p:nvSpPr>
          <p:spPr>
            <a:xfrm>
              <a:off x="7463932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4" name="Forme libre 213">
              <a:extLst>
                <a:ext uri="{FF2B5EF4-FFF2-40B4-BE49-F238E27FC236}">
                  <a16:creationId xmlns:a16="http://schemas.microsoft.com/office/drawing/2014/main" id="{4AAF7ECF-6512-5C4F-9EF2-7E3F692AE4CC}"/>
                </a:ext>
              </a:extLst>
            </p:cNvPr>
            <p:cNvSpPr/>
            <p:nvPr/>
          </p:nvSpPr>
          <p:spPr>
            <a:xfrm>
              <a:off x="7513527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5" name="Forme libre 214">
              <a:extLst>
                <a:ext uri="{FF2B5EF4-FFF2-40B4-BE49-F238E27FC236}">
                  <a16:creationId xmlns:a16="http://schemas.microsoft.com/office/drawing/2014/main" id="{D97161B9-213C-3D48-948D-FC61B7C34A2D}"/>
                </a:ext>
              </a:extLst>
            </p:cNvPr>
            <p:cNvSpPr/>
            <p:nvPr/>
          </p:nvSpPr>
          <p:spPr>
            <a:xfrm>
              <a:off x="7463932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6" name="Forme libre 215">
              <a:extLst>
                <a:ext uri="{FF2B5EF4-FFF2-40B4-BE49-F238E27FC236}">
                  <a16:creationId xmlns:a16="http://schemas.microsoft.com/office/drawing/2014/main" id="{6D58913A-F25F-9D4F-8608-EABC8A9D4924}"/>
                </a:ext>
              </a:extLst>
            </p:cNvPr>
            <p:cNvSpPr/>
            <p:nvPr/>
          </p:nvSpPr>
          <p:spPr>
            <a:xfrm>
              <a:off x="7513527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7" name="Forme libre 216">
              <a:extLst>
                <a:ext uri="{FF2B5EF4-FFF2-40B4-BE49-F238E27FC236}">
                  <a16:creationId xmlns:a16="http://schemas.microsoft.com/office/drawing/2014/main" id="{B3D7CEC6-ADBF-4D47-B19B-73F48C67924F}"/>
                </a:ext>
              </a:extLst>
            </p:cNvPr>
            <p:cNvSpPr/>
            <p:nvPr/>
          </p:nvSpPr>
          <p:spPr>
            <a:xfrm>
              <a:off x="7463932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8" name="Forme libre 217">
              <a:extLst>
                <a:ext uri="{FF2B5EF4-FFF2-40B4-BE49-F238E27FC236}">
                  <a16:creationId xmlns:a16="http://schemas.microsoft.com/office/drawing/2014/main" id="{C04EF4A2-1147-8B45-9130-2BFB48579E9A}"/>
                </a:ext>
              </a:extLst>
            </p:cNvPr>
            <p:cNvSpPr/>
            <p:nvPr/>
          </p:nvSpPr>
          <p:spPr>
            <a:xfrm>
              <a:off x="7513527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9" name="Forme libre 218">
              <a:extLst>
                <a:ext uri="{FF2B5EF4-FFF2-40B4-BE49-F238E27FC236}">
                  <a16:creationId xmlns:a16="http://schemas.microsoft.com/office/drawing/2014/main" id="{76023B8B-4D24-5442-B56F-10D3C24E7160}"/>
                </a:ext>
              </a:extLst>
            </p:cNvPr>
            <p:cNvSpPr/>
            <p:nvPr/>
          </p:nvSpPr>
          <p:spPr>
            <a:xfrm>
              <a:off x="7463932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0" name="Forme libre 219">
              <a:extLst>
                <a:ext uri="{FF2B5EF4-FFF2-40B4-BE49-F238E27FC236}">
                  <a16:creationId xmlns:a16="http://schemas.microsoft.com/office/drawing/2014/main" id="{33FC4FA7-E14C-B347-8BE1-E85829AC4ED3}"/>
                </a:ext>
              </a:extLst>
            </p:cNvPr>
            <p:cNvSpPr/>
            <p:nvPr/>
          </p:nvSpPr>
          <p:spPr>
            <a:xfrm>
              <a:off x="7513527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1" name="Forme libre 220">
              <a:extLst>
                <a:ext uri="{FF2B5EF4-FFF2-40B4-BE49-F238E27FC236}">
                  <a16:creationId xmlns:a16="http://schemas.microsoft.com/office/drawing/2014/main" id="{011E2C6D-BFC7-474E-9B5C-C0E00789F851}"/>
                </a:ext>
              </a:extLst>
            </p:cNvPr>
            <p:cNvSpPr/>
            <p:nvPr/>
          </p:nvSpPr>
          <p:spPr>
            <a:xfrm>
              <a:off x="7463932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2" name="Forme libre 221">
              <a:extLst>
                <a:ext uri="{FF2B5EF4-FFF2-40B4-BE49-F238E27FC236}">
                  <a16:creationId xmlns:a16="http://schemas.microsoft.com/office/drawing/2014/main" id="{CE80E95B-B0D8-314A-8CC3-4265780F5C7F}"/>
                </a:ext>
              </a:extLst>
            </p:cNvPr>
            <p:cNvSpPr/>
            <p:nvPr/>
          </p:nvSpPr>
          <p:spPr>
            <a:xfrm>
              <a:off x="7513527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3" name="Forme libre 222">
              <a:extLst>
                <a:ext uri="{FF2B5EF4-FFF2-40B4-BE49-F238E27FC236}">
                  <a16:creationId xmlns:a16="http://schemas.microsoft.com/office/drawing/2014/main" id="{FECAC528-82EF-5140-B90B-429A9DE735EC}"/>
                </a:ext>
              </a:extLst>
            </p:cNvPr>
            <p:cNvSpPr/>
            <p:nvPr/>
          </p:nvSpPr>
          <p:spPr>
            <a:xfrm>
              <a:off x="7463932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4" name="Forme libre 223">
              <a:extLst>
                <a:ext uri="{FF2B5EF4-FFF2-40B4-BE49-F238E27FC236}">
                  <a16:creationId xmlns:a16="http://schemas.microsoft.com/office/drawing/2014/main" id="{24136921-87B5-C540-AA26-DFCAB102DD26}"/>
                </a:ext>
              </a:extLst>
            </p:cNvPr>
            <p:cNvSpPr/>
            <p:nvPr/>
          </p:nvSpPr>
          <p:spPr>
            <a:xfrm>
              <a:off x="7513527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5" name="Forme libre 224">
              <a:extLst>
                <a:ext uri="{FF2B5EF4-FFF2-40B4-BE49-F238E27FC236}">
                  <a16:creationId xmlns:a16="http://schemas.microsoft.com/office/drawing/2014/main" id="{9E343D7C-7852-504E-A81A-EE2B4299170D}"/>
                </a:ext>
              </a:extLst>
            </p:cNvPr>
            <p:cNvSpPr/>
            <p:nvPr/>
          </p:nvSpPr>
          <p:spPr>
            <a:xfrm>
              <a:off x="7463932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6" name="Forme libre 225">
              <a:extLst>
                <a:ext uri="{FF2B5EF4-FFF2-40B4-BE49-F238E27FC236}">
                  <a16:creationId xmlns:a16="http://schemas.microsoft.com/office/drawing/2014/main" id="{A8D0DFB2-E1B6-3B49-A09D-4BD18D4FE40E}"/>
                </a:ext>
              </a:extLst>
            </p:cNvPr>
            <p:cNvSpPr/>
            <p:nvPr/>
          </p:nvSpPr>
          <p:spPr>
            <a:xfrm>
              <a:off x="7513527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7" name="Forme libre 226">
              <a:extLst>
                <a:ext uri="{FF2B5EF4-FFF2-40B4-BE49-F238E27FC236}">
                  <a16:creationId xmlns:a16="http://schemas.microsoft.com/office/drawing/2014/main" id="{E905A737-4510-BF4D-8CA0-7FF9B04D406F}"/>
                </a:ext>
              </a:extLst>
            </p:cNvPr>
            <p:cNvSpPr/>
            <p:nvPr/>
          </p:nvSpPr>
          <p:spPr>
            <a:xfrm>
              <a:off x="7463932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8" name="Forme libre 227">
              <a:extLst>
                <a:ext uri="{FF2B5EF4-FFF2-40B4-BE49-F238E27FC236}">
                  <a16:creationId xmlns:a16="http://schemas.microsoft.com/office/drawing/2014/main" id="{A1F5D59E-7F02-9D48-8D1F-04DF6DB5259E}"/>
                </a:ext>
              </a:extLst>
            </p:cNvPr>
            <p:cNvSpPr/>
            <p:nvPr/>
          </p:nvSpPr>
          <p:spPr>
            <a:xfrm>
              <a:off x="7513527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9" name="Forme libre 228">
              <a:extLst>
                <a:ext uri="{FF2B5EF4-FFF2-40B4-BE49-F238E27FC236}">
                  <a16:creationId xmlns:a16="http://schemas.microsoft.com/office/drawing/2014/main" id="{6D61FE22-4DD7-5644-9BC5-0AE6F65BA644}"/>
                </a:ext>
              </a:extLst>
            </p:cNvPr>
            <p:cNvSpPr/>
            <p:nvPr/>
          </p:nvSpPr>
          <p:spPr>
            <a:xfrm>
              <a:off x="7463932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0" name="Forme libre 229">
              <a:extLst>
                <a:ext uri="{FF2B5EF4-FFF2-40B4-BE49-F238E27FC236}">
                  <a16:creationId xmlns:a16="http://schemas.microsoft.com/office/drawing/2014/main" id="{81175CF0-82CD-E84E-93A9-A7074396A40C}"/>
                </a:ext>
              </a:extLst>
            </p:cNvPr>
            <p:cNvSpPr/>
            <p:nvPr/>
          </p:nvSpPr>
          <p:spPr>
            <a:xfrm>
              <a:off x="7513527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1" name="Forme libre 230">
              <a:extLst>
                <a:ext uri="{FF2B5EF4-FFF2-40B4-BE49-F238E27FC236}">
                  <a16:creationId xmlns:a16="http://schemas.microsoft.com/office/drawing/2014/main" id="{2CB695BE-00AA-054C-91BF-5F5A4FE8E7BA}"/>
                </a:ext>
              </a:extLst>
            </p:cNvPr>
            <p:cNvSpPr/>
            <p:nvPr/>
          </p:nvSpPr>
          <p:spPr>
            <a:xfrm>
              <a:off x="7463932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2" name="Forme libre 231">
              <a:extLst>
                <a:ext uri="{FF2B5EF4-FFF2-40B4-BE49-F238E27FC236}">
                  <a16:creationId xmlns:a16="http://schemas.microsoft.com/office/drawing/2014/main" id="{D46CF7DB-8269-A244-B5F0-2C1A3679A1FB}"/>
                </a:ext>
              </a:extLst>
            </p:cNvPr>
            <p:cNvSpPr/>
            <p:nvPr/>
          </p:nvSpPr>
          <p:spPr>
            <a:xfrm>
              <a:off x="7513527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3" name="Forme libre 232">
              <a:extLst>
                <a:ext uri="{FF2B5EF4-FFF2-40B4-BE49-F238E27FC236}">
                  <a16:creationId xmlns:a16="http://schemas.microsoft.com/office/drawing/2014/main" id="{C7B84DA9-69D1-D14B-B8DF-082CF68ED369}"/>
                </a:ext>
              </a:extLst>
            </p:cNvPr>
            <p:cNvSpPr/>
            <p:nvPr/>
          </p:nvSpPr>
          <p:spPr>
            <a:xfrm>
              <a:off x="7868695" y="524735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4" name="Forme libre 233">
              <a:extLst>
                <a:ext uri="{FF2B5EF4-FFF2-40B4-BE49-F238E27FC236}">
                  <a16:creationId xmlns:a16="http://schemas.microsoft.com/office/drawing/2014/main" id="{2A8EF7EB-DC2F-D245-9F55-5DBC8C31B9F4}"/>
                </a:ext>
              </a:extLst>
            </p:cNvPr>
            <p:cNvSpPr/>
            <p:nvPr/>
          </p:nvSpPr>
          <p:spPr>
            <a:xfrm>
              <a:off x="7918291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5" name="Forme libre 234">
              <a:extLst>
                <a:ext uri="{FF2B5EF4-FFF2-40B4-BE49-F238E27FC236}">
                  <a16:creationId xmlns:a16="http://schemas.microsoft.com/office/drawing/2014/main" id="{019ED0AC-2CE3-FE4B-9011-0597289D73D4}"/>
                </a:ext>
              </a:extLst>
            </p:cNvPr>
            <p:cNvSpPr/>
            <p:nvPr/>
          </p:nvSpPr>
          <p:spPr>
            <a:xfrm>
              <a:off x="7868695" y="484337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6" name="Forme libre 235">
              <a:extLst>
                <a:ext uri="{FF2B5EF4-FFF2-40B4-BE49-F238E27FC236}">
                  <a16:creationId xmlns:a16="http://schemas.microsoft.com/office/drawing/2014/main" id="{E9A1FC39-578A-A84E-A6F6-8A0251DB50A0}"/>
                </a:ext>
              </a:extLst>
            </p:cNvPr>
            <p:cNvSpPr/>
            <p:nvPr/>
          </p:nvSpPr>
          <p:spPr>
            <a:xfrm>
              <a:off x="7918291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7" name="Forme libre 236">
              <a:extLst>
                <a:ext uri="{FF2B5EF4-FFF2-40B4-BE49-F238E27FC236}">
                  <a16:creationId xmlns:a16="http://schemas.microsoft.com/office/drawing/2014/main" id="{66F45323-F6A2-8142-ADE4-37039725563D}"/>
                </a:ext>
              </a:extLst>
            </p:cNvPr>
            <p:cNvSpPr/>
            <p:nvPr/>
          </p:nvSpPr>
          <p:spPr>
            <a:xfrm>
              <a:off x="7868695" y="443940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8" name="Forme libre 237">
              <a:extLst>
                <a:ext uri="{FF2B5EF4-FFF2-40B4-BE49-F238E27FC236}">
                  <a16:creationId xmlns:a16="http://schemas.microsoft.com/office/drawing/2014/main" id="{BF163B87-71B8-3D43-85D4-674C93F8CA73}"/>
                </a:ext>
              </a:extLst>
            </p:cNvPr>
            <p:cNvSpPr/>
            <p:nvPr/>
          </p:nvSpPr>
          <p:spPr>
            <a:xfrm>
              <a:off x="7918291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9" name="Forme libre 238">
              <a:extLst>
                <a:ext uri="{FF2B5EF4-FFF2-40B4-BE49-F238E27FC236}">
                  <a16:creationId xmlns:a16="http://schemas.microsoft.com/office/drawing/2014/main" id="{B32FBD38-9DB2-E14A-B83C-621A91FFC73D}"/>
                </a:ext>
              </a:extLst>
            </p:cNvPr>
            <p:cNvSpPr/>
            <p:nvPr/>
          </p:nvSpPr>
          <p:spPr>
            <a:xfrm>
              <a:off x="7868695" y="403543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0" name="Forme libre 239">
              <a:extLst>
                <a:ext uri="{FF2B5EF4-FFF2-40B4-BE49-F238E27FC236}">
                  <a16:creationId xmlns:a16="http://schemas.microsoft.com/office/drawing/2014/main" id="{04EC3ECD-9C63-804C-BA26-30E767BD6FD6}"/>
                </a:ext>
              </a:extLst>
            </p:cNvPr>
            <p:cNvSpPr/>
            <p:nvPr/>
          </p:nvSpPr>
          <p:spPr>
            <a:xfrm>
              <a:off x="7918291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1" name="Forme libre 240">
              <a:extLst>
                <a:ext uri="{FF2B5EF4-FFF2-40B4-BE49-F238E27FC236}">
                  <a16:creationId xmlns:a16="http://schemas.microsoft.com/office/drawing/2014/main" id="{403B2DDE-01E5-B949-9619-4C52BB76D209}"/>
                </a:ext>
              </a:extLst>
            </p:cNvPr>
            <p:cNvSpPr/>
            <p:nvPr/>
          </p:nvSpPr>
          <p:spPr>
            <a:xfrm>
              <a:off x="7868695" y="363146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2" name="Forme libre 241">
              <a:extLst>
                <a:ext uri="{FF2B5EF4-FFF2-40B4-BE49-F238E27FC236}">
                  <a16:creationId xmlns:a16="http://schemas.microsoft.com/office/drawing/2014/main" id="{392E241B-6083-D94E-9412-7554ED4A107F}"/>
                </a:ext>
              </a:extLst>
            </p:cNvPr>
            <p:cNvSpPr/>
            <p:nvPr/>
          </p:nvSpPr>
          <p:spPr>
            <a:xfrm>
              <a:off x="7918291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3" name="Forme libre 242">
              <a:extLst>
                <a:ext uri="{FF2B5EF4-FFF2-40B4-BE49-F238E27FC236}">
                  <a16:creationId xmlns:a16="http://schemas.microsoft.com/office/drawing/2014/main" id="{00DB1892-F4A1-4942-B937-726657506AEE}"/>
                </a:ext>
              </a:extLst>
            </p:cNvPr>
            <p:cNvSpPr/>
            <p:nvPr/>
          </p:nvSpPr>
          <p:spPr>
            <a:xfrm>
              <a:off x="7868695" y="322748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4" name="Forme libre 243">
              <a:extLst>
                <a:ext uri="{FF2B5EF4-FFF2-40B4-BE49-F238E27FC236}">
                  <a16:creationId xmlns:a16="http://schemas.microsoft.com/office/drawing/2014/main" id="{9385BA5C-C2FB-4F4D-9622-954D42DD99B9}"/>
                </a:ext>
              </a:extLst>
            </p:cNvPr>
            <p:cNvSpPr/>
            <p:nvPr/>
          </p:nvSpPr>
          <p:spPr>
            <a:xfrm>
              <a:off x="7918291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5" name="Forme libre 244">
              <a:extLst>
                <a:ext uri="{FF2B5EF4-FFF2-40B4-BE49-F238E27FC236}">
                  <a16:creationId xmlns:a16="http://schemas.microsoft.com/office/drawing/2014/main" id="{B8622443-200D-7F42-B293-E9BAA4B16F9D}"/>
                </a:ext>
              </a:extLst>
            </p:cNvPr>
            <p:cNvSpPr/>
            <p:nvPr/>
          </p:nvSpPr>
          <p:spPr>
            <a:xfrm>
              <a:off x="7868695" y="2823516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6" name="Forme libre 245">
              <a:extLst>
                <a:ext uri="{FF2B5EF4-FFF2-40B4-BE49-F238E27FC236}">
                  <a16:creationId xmlns:a16="http://schemas.microsoft.com/office/drawing/2014/main" id="{889F5E09-EDB6-0744-BD53-C165556F22EB}"/>
                </a:ext>
              </a:extLst>
            </p:cNvPr>
            <p:cNvSpPr/>
            <p:nvPr/>
          </p:nvSpPr>
          <p:spPr>
            <a:xfrm>
              <a:off x="7918291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7" name="Forme libre 246">
              <a:extLst>
                <a:ext uri="{FF2B5EF4-FFF2-40B4-BE49-F238E27FC236}">
                  <a16:creationId xmlns:a16="http://schemas.microsoft.com/office/drawing/2014/main" id="{B229C8F6-9CF5-944D-BF15-6ADF35C6F287}"/>
                </a:ext>
              </a:extLst>
            </p:cNvPr>
            <p:cNvSpPr/>
            <p:nvPr/>
          </p:nvSpPr>
          <p:spPr>
            <a:xfrm>
              <a:off x="7868695" y="2419543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8" name="Forme libre 247">
              <a:extLst>
                <a:ext uri="{FF2B5EF4-FFF2-40B4-BE49-F238E27FC236}">
                  <a16:creationId xmlns:a16="http://schemas.microsoft.com/office/drawing/2014/main" id="{4142FA81-B6CC-134A-94B6-C6A1F39DA153}"/>
                </a:ext>
              </a:extLst>
            </p:cNvPr>
            <p:cNvSpPr/>
            <p:nvPr/>
          </p:nvSpPr>
          <p:spPr>
            <a:xfrm>
              <a:off x="7918291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9" name="Forme libre 248">
              <a:extLst>
                <a:ext uri="{FF2B5EF4-FFF2-40B4-BE49-F238E27FC236}">
                  <a16:creationId xmlns:a16="http://schemas.microsoft.com/office/drawing/2014/main" id="{D3150038-7241-8F46-B456-0C4756BD63A6}"/>
                </a:ext>
              </a:extLst>
            </p:cNvPr>
            <p:cNvSpPr/>
            <p:nvPr/>
          </p:nvSpPr>
          <p:spPr>
            <a:xfrm>
              <a:off x="7868695" y="2015571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0" name="Forme libre 249">
              <a:extLst>
                <a:ext uri="{FF2B5EF4-FFF2-40B4-BE49-F238E27FC236}">
                  <a16:creationId xmlns:a16="http://schemas.microsoft.com/office/drawing/2014/main" id="{6121F760-1AEC-5F44-B015-DE600FB25D92}"/>
                </a:ext>
              </a:extLst>
            </p:cNvPr>
            <p:cNvSpPr/>
            <p:nvPr/>
          </p:nvSpPr>
          <p:spPr>
            <a:xfrm>
              <a:off x="7918291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1" name="Forme libre 250">
              <a:extLst>
                <a:ext uri="{FF2B5EF4-FFF2-40B4-BE49-F238E27FC236}">
                  <a16:creationId xmlns:a16="http://schemas.microsoft.com/office/drawing/2014/main" id="{3A1C2D79-9672-F34A-B33E-A19B3BD6DDA5}"/>
                </a:ext>
              </a:extLst>
            </p:cNvPr>
            <p:cNvSpPr/>
            <p:nvPr/>
          </p:nvSpPr>
          <p:spPr>
            <a:xfrm>
              <a:off x="7868695" y="1611598"/>
              <a:ext cx="99191" cy="9500"/>
            </a:xfrm>
            <a:custGeom>
              <a:avLst/>
              <a:gdLst>
                <a:gd name="connsiteX0" fmla="*/ 0 w 99191"/>
                <a:gd name="connsiteY0" fmla="*/ 0 h 9500"/>
                <a:gd name="connsiteX1" fmla="*/ 99192 w 99191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91" h="9500">
                  <a:moveTo>
                    <a:pt x="0" y="0"/>
                  </a:moveTo>
                  <a:lnTo>
                    <a:pt x="99192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2" name="Forme libre 251">
              <a:extLst>
                <a:ext uri="{FF2B5EF4-FFF2-40B4-BE49-F238E27FC236}">
                  <a16:creationId xmlns:a16="http://schemas.microsoft.com/office/drawing/2014/main" id="{1953F337-E0E8-0B4C-BB31-68CFD8BC16A2}"/>
                </a:ext>
              </a:extLst>
            </p:cNvPr>
            <p:cNvSpPr/>
            <p:nvPr/>
          </p:nvSpPr>
          <p:spPr>
            <a:xfrm>
              <a:off x="7918291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3" name="Forme libre 252">
              <a:extLst>
                <a:ext uri="{FF2B5EF4-FFF2-40B4-BE49-F238E27FC236}">
                  <a16:creationId xmlns:a16="http://schemas.microsoft.com/office/drawing/2014/main" id="{CDAA5C20-741B-5349-A4CC-F013B04D8768}"/>
                </a:ext>
              </a:extLst>
            </p:cNvPr>
            <p:cNvSpPr/>
            <p:nvPr/>
          </p:nvSpPr>
          <p:spPr>
            <a:xfrm>
              <a:off x="8273458" y="524735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4" name="Forme libre 253">
              <a:extLst>
                <a:ext uri="{FF2B5EF4-FFF2-40B4-BE49-F238E27FC236}">
                  <a16:creationId xmlns:a16="http://schemas.microsoft.com/office/drawing/2014/main" id="{5C6CB576-6895-B34C-98CA-A0A3DA6871D0}"/>
                </a:ext>
              </a:extLst>
            </p:cNvPr>
            <p:cNvSpPr/>
            <p:nvPr/>
          </p:nvSpPr>
          <p:spPr>
            <a:xfrm>
              <a:off x="8323054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5" name="Forme libre 254">
              <a:extLst>
                <a:ext uri="{FF2B5EF4-FFF2-40B4-BE49-F238E27FC236}">
                  <a16:creationId xmlns:a16="http://schemas.microsoft.com/office/drawing/2014/main" id="{B0FB8308-EE05-0846-B58A-C6B8E84717AF}"/>
                </a:ext>
              </a:extLst>
            </p:cNvPr>
            <p:cNvSpPr/>
            <p:nvPr/>
          </p:nvSpPr>
          <p:spPr>
            <a:xfrm>
              <a:off x="8273458" y="484337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6" name="Forme libre 255">
              <a:extLst>
                <a:ext uri="{FF2B5EF4-FFF2-40B4-BE49-F238E27FC236}">
                  <a16:creationId xmlns:a16="http://schemas.microsoft.com/office/drawing/2014/main" id="{24B03A33-EE78-334E-8716-161B9C5E82A6}"/>
                </a:ext>
              </a:extLst>
            </p:cNvPr>
            <p:cNvSpPr/>
            <p:nvPr/>
          </p:nvSpPr>
          <p:spPr>
            <a:xfrm>
              <a:off x="8323054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7" name="Forme libre 256">
              <a:extLst>
                <a:ext uri="{FF2B5EF4-FFF2-40B4-BE49-F238E27FC236}">
                  <a16:creationId xmlns:a16="http://schemas.microsoft.com/office/drawing/2014/main" id="{DDBD2E75-AFBC-BB40-B888-C8F03AC86B66}"/>
                </a:ext>
              </a:extLst>
            </p:cNvPr>
            <p:cNvSpPr/>
            <p:nvPr/>
          </p:nvSpPr>
          <p:spPr>
            <a:xfrm>
              <a:off x="8273458" y="443940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8" name="Forme libre 257">
              <a:extLst>
                <a:ext uri="{FF2B5EF4-FFF2-40B4-BE49-F238E27FC236}">
                  <a16:creationId xmlns:a16="http://schemas.microsoft.com/office/drawing/2014/main" id="{EBFCE935-9C25-9E41-97A5-2194D0BB45D9}"/>
                </a:ext>
              </a:extLst>
            </p:cNvPr>
            <p:cNvSpPr/>
            <p:nvPr/>
          </p:nvSpPr>
          <p:spPr>
            <a:xfrm>
              <a:off x="8323054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9" name="Forme libre 258">
              <a:extLst>
                <a:ext uri="{FF2B5EF4-FFF2-40B4-BE49-F238E27FC236}">
                  <a16:creationId xmlns:a16="http://schemas.microsoft.com/office/drawing/2014/main" id="{7FBF0E6B-D585-EF43-BB74-2D41C4551917}"/>
                </a:ext>
              </a:extLst>
            </p:cNvPr>
            <p:cNvSpPr/>
            <p:nvPr/>
          </p:nvSpPr>
          <p:spPr>
            <a:xfrm>
              <a:off x="8273458" y="403543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0" name="Forme libre 259">
              <a:extLst>
                <a:ext uri="{FF2B5EF4-FFF2-40B4-BE49-F238E27FC236}">
                  <a16:creationId xmlns:a16="http://schemas.microsoft.com/office/drawing/2014/main" id="{6FFB1AFA-C203-9546-95FD-0D67ABCD93A1}"/>
                </a:ext>
              </a:extLst>
            </p:cNvPr>
            <p:cNvSpPr/>
            <p:nvPr/>
          </p:nvSpPr>
          <p:spPr>
            <a:xfrm>
              <a:off x="8323054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1" name="Forme libre 260">
              <a:extLst>
                <a:ext uri="{FF2B5EF4-FFF2-40B4-BE49-F238E27FC236}">
                  <a16:creationId xmlns:a16="http://schemas.microsoft.com/office/drawing/2014/main" id="{93871E46-9D65-5844-A9A9-0D809C857355}"/>
                </a:ext>
              </a:extLst>
            </p:cNvPr>
            <p:cNvSpPr/>
            <p:nvPr/>
          </p:nvSpPr>
          <p:spPr>
            <a:xfrm>
              <a:off x="8273458" y="363146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2" name="Forme libre 261">
              <a:extLst>
                <a:ext uri="{FF2B5EF4-FFF2-40B4-BE49-F238E27FC236}">
                  <a16:creationId xmlns:a16="http://schemas.microsoft.com/office/drawing/2014/main" id="{6FE2049B-8F89-2D49-8271-B2F766105950}"/>
                </a:ext>
              </a:extLst>
            </p:cNvPr>
            <p:cNvSpPr/>
            <p:nvPr/>
          </p:nvSpPr>
          <p:spPr>
            <a:xfrm>
              <a:off x="8323054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3" name="Forme libre 262">
              <a:extLst>
                <a:ext uri="{FF2B5EF4-FFF2-40B4-BE49-F238E27FC236}">
                  <a16:creationId xmlns:a16="http://schemas.microsoft.com/office/drawing/2014/main" id="{F7A7A851-022E-B14C-9148-19599C7513DA}"/>
                </a:ext>
              </a:extLst>
            </p:cNvPr>
            <p:cNvSpPr/>
            <p:nvPr/>
          </p:nvSpPr>
          <p:spPr>
            <a:xfrm>
              <a:off x="8273458" y="322748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4" name="Forme libre 263">
              <a:extLst>
                <a:ext uri="{FF2B5EF4-FFF2-40B4-BE49-F238E27FC236}">
                  <a16:creationId xmlns:a16="http://schemas.microsoft.com/office/drawing/2014/main" id="{DBCE0A23-6F20-9941-A064-42C6686A39E5}"/>
                </a:ext>
              </a:extLst>
            </p:cNvPr>
            <p:cNvSpPr/>
            <p:nvPr/>
          </p:nvSpPr>
          <p:spPr>
            <a:xfrm>
              <a:off x="8323054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5" name="Forme libre 264">
              <a:extLst>
                <a:ext uri="{FF2B5EF4-FFF2-40B4-BE49-F238E27FC236}">
                  <a16:creationId xmlns:a16="http://schemas.microsoft.com/office/drawing/2014/main" id="{0E231957-5C7C-904A-B492-166F08E0B32F}"/>
                </a:ext>
              </a:extLst>
            </p:cNvPr>
            <p:cNvSpPr/>
            <p:nvPr/>
          </p:nvSpPr>
          <p:spPr>
            <a:xfrm>
              <a:off x="8273458" y="282351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6" name="Forme libre 265">
              <a:extLst>
                <a:ext uri="{FF2B5EF4-FFF2-40B4-BE49-F238E27FC236}">
                  <a16:creationId xmlns:a16="http://schemas.microsoft.com/office/drawing/2014/main" id="{591CC127-7571-7448-8701-337B50543C63}"/>
                </a:ext>
              </a:extLst>
            </p:cNvPr>
            <p:cNvSpPr/>
            <p:nvPr/>
          </p:nvSpPr>
          <p:spPr>
            <a:xfrm>
              <a:off x="8323054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7" name="Forme libre 266">
              <a:extLst>
                <a:ext uri="{FF2B5EF4-FFF2-40B4-BE49-F238E27FC236}">
                  <a16:creationId xmlns:a16="http://schemas.microsoft.com/office/drawing/2014/main" id="{83539DB4-2739-9847-A44A-447FB47C5B73}"/>
                </a:ext>
              </a:extLst>
            </p:cNvPr>
            <p:cNvSpPr/>
            <p:nvPr/>
          </p:nvSpPr>
          <p:spPr>
            <a:xfrm>
              <a:off x="8273458" y="241954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8" name="Forme libre 267">
              <a:extLst>
                <a:ext uri="{FF2B5EF4-FFF2-40B4-BE49-F238E27FC236}">
                  <a16:creationId xmlns:a16="http://schemas.microsoft.com/office/drawing/2014/main" id="{CC307D72-4314-E443-900D-3EC1298384E9}"/>
                </a:ext>
              </a:extLst>
            </p:cNvPr>
            <p:cNvSpPr/>
            <p:nvPr/>
          </p:nvSpPr>
          <p:spPr>
            <a:xfrm>
              <a:off x="8323054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9" name="Forme libre 268">
              <a:extLst>
                <a:ext uri="{FF2B5EF4-FFF2-40B4-BE49-F238E27FC236}">
                  <a16:creationId xmlns:a16="http://schemas.microsoft.com/office/drawing/2014/main" id="{2F9E3C90-8EEB-EF43-A559-9FB3A6FDCFF0}"/>
                </a:ext>
              </a:extLst>
            </p:cNvPr>
            <p:cNvSpPr/>
            <p:nvPr/>
          </p:nvSpPr>
          <p:spPr>
            <a:xfrm>
              <a:off x="8273458" y="201557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0" name="Forme libre 269">
              <a:extLst>
                <a:ext uri="{FF2B5EF4-FFF2-40B4-BE49-F238E27FC236}">
                  <a16:creationId xmlns:a16="http://schemas.microsoft.com/office/drawing/2014/main" id="{511969CE-6738-B047-92A4-33CCA16FE347}"/>
                </a:ext>
              </a:extLst>
            </p:cNvPr>
            <p:cNvSpPr/>
            <p:nvPr/>
          </p:nvSpPr>
          <p:spPr>
            <a:xfrm>
              <a:off x="8323054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1" name="Forme libre 270">
              <a:extLst>
                <a:ext uri="{FF2B5EF4-FFF2-40B4-BE49-F238E27FC236}">
                  <a16:creationId xmlns:a16="http://schemas.microsoft.com/office/drawing/2014/main" id="{F33291CF-A7E8-D148-B79B-42F62B11AECB}"/>
                </a:ext>
              </a:extLst>
            </p:cNvPr>
            <p:cNvSpPr/>
            <p:nvPr/>
          </p:nvSpPr>
          <p:spPr>
            <a:xfrm>
              <a:off x="8273458" y="161159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7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7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2" name="Forme libre 271">
              <a:extLst>
                <a:ext uri="{FF2B5EF4-FFF2-40B4-BE49-F238E27FC236}">
                  <a16:creationId xmlns:a16="http://schemas.microsoft.com/office/drawing/2014/main" id="{18B351CB-4B0C-1E44-A43E-D360C476D6B2}"/>
                </a:ext>
              </a:extLst>
            </p:cNvPr>
            <p:cNvSpPr/>
            <p:nvPr/>
          </p:nvSpPr>
          <p:spPr>
            <a:xfrm>
              <a:off x="8323054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3" name="Forme libre 272">
              <a:extLst>
                <a:ext uri="{FF2B5EF4-FFF2-40B4-BE49-F238E27FC236}">
                  <a16:creationId xmlns:a16="http://schemas.microsoft.com/office/drawing/2014/main" id="{9F4F67BE-DD4B-D049-A01D-184DD6A23A8C}"/>
                </a:ext>
              </a:extLst>
            </p:cNvPr>
            <p:cNvSpPr/>
            <p:nvPr/>
          </p:nvSpPr>
          <p:spPr>
            <a:xfrm>
              <a:off x="8678221" y="524735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4" name="Forme libre 273">
              <a:extLst>
                <a:ext uri="{FF2B5EF4-FFF2-40B4-BE49-F238E27FC236}">
                  <a16:creationId xmlns:a16="http://schemas.microsoft.com/office/drawing/2014/main" id="{F3565607-8DBF-A14E-A2CF-43050B502AC4}"/>
                </a:ext>
              </a:extLst>
            </p:cNvPr>
            <p:cNvSpPr/>
            <p:nvPr/>
          </p:nvSpPr>
          <p:spPr>
            <a:xfrm>
              <a:off x="8727817" y="519785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5" name="Forme libre 274">
              <a:extLst>
                <a:ext uri="{FF2B5EF4-FFF2-40B4-BE49-F238E27FC236}">
                  <a16:creationId xmlns:a16="http://schemas.microsoft.com/office/drawing/2014/main" id="{5447597B-E449-374B-A4E5-D2F639EF6082}"/>
                </a:ext>
              </a:extLst>
            </p:cNvPr>
            <p:cNvSpPr/>
            <p:nvPr/>
          </p:nvSpPr>
          <p:spPr>
            <a:xfrm>
              <a:off x="8678221" y="484337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6" name="Forme libre 275">
              <a:extLst>
                <a:ext uri="{FF2B5EF4-FFF2-40B4-BE49-F238E27FC236}">
                  <a16:creationId xmlns:a16="http://schemas.microsoft.com/office/drawing/2014/main" id="{862C7717-A5A3-2443-9DE3-48D9E97FF88D}"/>
                </a:ext>
              </a:extLst>
            </p:cNvPr>
            <p:cNvSpPr/>
            <p:nvPr/>
          </p:nvSpPr>
          <p:spPr>
            <a:xfrm>
              <a:off x="8727817" y="479387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7" name="Forme libre 276">
              <a:extLst>
                <a:ext uri="{FF2B5EF4-FFF2-40B4-BE49-F238E27FC236}">
                  <a16:creationId xmlns:a16="http://schemas.microsoft.com/office/drawing/2014/main" id="{7EAFC8EF-1B1D-4945-B02B-CEC3DAA1AF50}"/>
                </a:ext>
              </a:extLst>
            </p:cNvPr>
            <p:cNvSpPr/>
            <p:nvPr/>
          </p:nvSpPr>
          <p:spPr>
            <a:xfrm>
              <a:off x="8678221" y="443940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8" name="Forme libre 277">
              <a:extLst>
                <a:ext uri="{FF2B5EF4-FFF2-40B4-BE49-F238E27FC236}">
                  <a16:creationId xmlns:a16="http://schemas.microsoft.com/office/drawing/2014/main" id="{045B90D6-0153-9042-B841-E416E3FC6A6F}"/>
                </a:ext>
              </a:extLst>
            </p:cNvPr>
            <p:cNvSpPr/>
            <p:nvPr/>
          </p:nvSpPr>
          <p:spPr>
            <a:xfrm>
              <a:off x="8727817" y="438990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9" name="Forme libre 278">
              <a:extLst>
                <a:ext uri="{FF2B5EF4-FFF2-40B4-BE49-F238E27FC236}">
                  <a16:creationId xmlns:a16="http://schemas.microsoft.com/office/drawing/2014/main" id="{7514D5EE-0EC9-1546-97D0-E5B5E7C299DB}"/>
                </a:ext>
              </a:extLst>
            </p:cNvPr>
            <p:cNvSpPr/>
            <p:nvPr/>
          </p:nvSpPr>
          <p:spPr>
            <a:xfrm>
              <a:off x="8678221" y="403543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0" name="Forme libre 279">
              <a:extLst>
                <a:ext uri="{FF2B5EF4-FFF2-40B4-BE49-F238E27FC236}">
                  <a16:creationId xmlns:a16="http://schemas.microsoft.com/office/drawing/2014/main" id="{D5DBCF73-749A-874C-B13A-AFF024B79CE5}"/>
                </a:ext>
              </a:extLst>
            </p:cNvPr>
            <p:cNvSpPr/>
            <p:nvPr/>
          </p:nvSpPr>
          <p:spPr>
            <a:xfrm>
              <a:off x="8727817" y="398593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1" name="Forme libre 280">
              <a:extLst>
                <a:ext uri="{FF2B5EF4-FFF2-40B4-BE49-F238E27FC236}">
                  <a16:creationId xmlns:a16="http://schemas.microsoft.com/office/drawing/2014/main" id="{EC72E53A-5276-8248-9F09-693BF723B13E}"/>
                </a:ext>
              </a:extLst>
            </p:cNvPr>
            <p:cNvSpPr/>
            <p:nvPr/>
          </p:nvSpPr>
          <p:spPr>
            <a:xfrm>
              <a:off x="8678221" y="363146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2" name="Forme libre 281">
              <a:extLst>
                <a:ext uri="{FF2B5EF4-FFF2-40B4-BE49-F238E27FC236}">
                  <a16:creationId xmlns:a16="http://schemas.microsoft.com/office/drawing/2014/main" id="{B27E2CFD-3D3D-B84E-A11C-9C56216B9BA7}"/>
                </a:ext>
              </a:extLst>
            </p:cNvPr>
            <p:cNvSpPr/>
            <p:nvPr/>
          </p:nvSpPr>
          <p:spPr>
            <a:xfrm>
              <a:off x="8727817" y="358196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3" name="Forme libre 282">
              <a:extLst>
                <a:ext uri="{FF2B5EF4-FFF2-40B4-BE49-F238E27FC236}">
                  <a16:creationId xmlns:a16="http://schemas.microsoft.com/office/drawing/2014/main" id="{D5C12A51-3A01-424A-90AE-42484A06966D}"/>
                </a:ext>
              </a:extLst>
            </p:cNvPr>
            <p:cNvSpPr/>
            <p:nvPr/>
          </p:nvSpPr>
          <p:spPr>
            <a:xfrm>
              <a:off x="8678221" y="322748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4" name="Forme libre 283">
              <a:extLst>
                <a:ext uri="{FF2B5EF4-FFF2-40B4-BE49-F238E27FC236}">
                  <a16:creationId xmlns:a16="http://schemas.microsoft.com/office/drawing/2014/main" id="{2B6A3071-CAE6-024B-85E6-094E945769A4}"/>
                </a:ext>
              </a:extLst>
            </p:cNvPr>
            <p:cNvSpPr/>
            <p:nvPr/>
          </p:nvSpPr>
          <p:spPr>
            <a:xfrm>
              <a:off x="8727817" y="3177989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5" name="Forme libre 284">
              <a:extLst>
                <a:ext uri="{FF2B5EF4-FFF2-40B4-BE49-F238E27FC236}">
                  <a16:creationId xmlns:a16="http://schemas.microsoft.com/office/drawing/2014/main" id="{A68CD831-AE49-0349-9DE7-7328003BAC62}"/>
                </a:ext>
              </a:extLst>
            </p:cNvPr>
            <p:cNvSpPr/>
            <p:nvPr/>
          </p:nvSpPr>
          <p:spPr>
            <a:xfrm>
              <a:off x="8678221" y="2823516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6" name="Forme libre 285">
              <a:extLst>
                <a:ext uri="{FF2B5EF4-FFF2-40B4-BE49-F238E27FC236}">
                  <a16:creationId xmlns:a16="http://schemas.microsoft.com/office/drawing/2014/main" id="{D72C11C0-FA07-214E-B144-1EC837E445F4}"/>
                </a:ext>
              </a:extLst>
            </p:cNvPr>
            <p:cNvSpPr/>
            <p:nvPr/>
          </p:nvSpPr>
          <p:spPr>
            <a:xfrm>
              <a:off x="8727817" y="2774017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7" name="Forme libre 286">
              <a:extLst>
                <a:ext uri="{FF2B5EF4-FFF2-40B4-BE49-F238E27FC236}">
                  <a16:creationId xmlns:a16="http://schemas.microsoft.com/office/drawing/2014/main" id="{7BBB1B72-BC20-CD4A-867C-45AA389BCAAB}"/>
                </a:ext>
              </a:extLst>
            </p:cNvPr>
            <p:cNvSpPr/>
            <p:nvPr/>
          </p:nvSpPr>
          <p:spPr>
            <a:xfrm>
              <a:off x="8678221" y="2419543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8" name="Forme libre 287">
              <a:extLst>
                <a:ext uri="{FF2B5EF4-FFF2-40B4-BE49-F238E27FC236}">
                  <a16:creationId xmlns:a16="http://schemas.microsoft.com/office/drawing/2014/main" id="{58A8EDD6-C247-1144-ADDF-4899F0ADDD9A}"/>
                </a:ext>
              </a:extLst>
            </p:cNvPr>
            <p:cNvSpPr/>
            <p:nvPr/>
          </p:nvSpPr>
          <p:spPr>
            <a:xfrm>
              <a:off x="8727817" y="2370044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9" name="Forme libre 288">
              <a:extLst>
                <a:ext uri="{FF2B5EF4-FFF2-40B4-BE49-F238E27FC236}">
                  <a16:creationId xmlns:a16="http://schemas.microsoft.com/office/drawing/2014/main" id="{D5EE1C1F-CFD2-0943-B3C4-FD649BBA3149}"/>
                </a:ext>
              </a:extLst>
            </p:cNvPr>
            <p:cNvSpPr/>
            <p:nvPr/>
          </p:nvSpPr>
          <p:spPr>
            <a:xfrm>
              <a:off x="8678221" y="2015571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0" name="Forme libre 289">
              <a:extLst>
                <a:ext uri="{FF2B5EF4-FFF2-40B4-BE49-F238E27FC236}">
                  <a16:creationId xmlns:a16="http://schemas.microsoft.com/office/drawing/2014/main" id="{734C3A2F-495A-A74B-BB53-E363E351315D}"/>
                </a:ext>
              </a:extLst>
            </p:cNvPr>
            <p:cNvSpPr/>
            <p:nvPr/>
          </p:nvSpPr>
          <p:spPr>
            <a:xfrm>
              <a:off x="8727817" y="1966072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1" name="Forme libre 290">
              <a:extLst>
                <a:ext uri="{FF2B5EF4-FFF2-40B4-BE49-F238E27FC236}">
                  <a16:creationId xmlns:a16="http://schemas.microsoft.com/office/drawing/2014/main" id="{07A2D98B-1C07-5940-A2C1-588D96280A6D}"/>
                </a:ext>
              </a:extLst>
            </p:cNvPr>
            <p:cNvSpPr/>
            <p:nvPr/>
          </p:nvSpPr>
          <p:spPr>
            <a:xfrm>
              <a:off x="8678221" y="1611598"/>
              <a:ext cx="99096" cy="9500"/>
            </a:xfrm>
            <a:custGeom>
              <a:avLst/>
              <a:gdLst>
                <a:gd name="connsiteX0" fmla="*/ 0 w 99096"/>
                <a:gd name="connsiteY0" fmla="*/ 0 h 9500"/>
                <a:gd name="connsiteX1" fmla="*/ 99096 w 99096"/>
                <a:gd name="connsiteY1" fmla="*/ 0 h 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96" h="9500">
                  <a:moveTo>
                    <a:pt x="0" y="0"/>
                  </a:moveTo>
                  <a:lnTo>
                    <a:pt x="99096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2" name="Forme libre 291">
              <a:extLst>
                <a:ext uri="{FF2B5EF4-FFF2-40B4-BE49-F238E27FC236}">
                  <a16:creationId xmlns:a16="http://schemas.microsoft.com/office/drawing/2014/main" id="{B3D36FBE-272F-6646-BFB9-C38B52E73730}"/>
                </a:ext>
              </a:extLst>
            </p:cNvPr>
            <p:cNvSpPr/>
            <p:nvPr/>
          </p:nvSpPr>
          <p:spPr>
            <a:xfrm>
              <a:off x="8727817" y="1562100"/>
              <a:ext cx="9519" cy="98997"/>
            </a:xfrm>
            <a:custGeom>
              <a:avLst/>
              <a:gdLst>
                <a:gd name="connsiteX0" fmla="*/ 0 w 9519"/>
                <a:gd name="connsiteY0" fmla="*/ 98998 h 98997"/>
                <a:gd name="connsiteX1" fmla="*/ 0 w 9519"/>
                <a:gd name="connsiteY1" fmla="*/ 0 h 98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9" h="98997">
                  <a:moveTo>
                    <a:pt x="0" y="98998"/>
                  </a:moveTo>
                  <a:lnTo>
                    <a:pt x="0" y="0"/>
                  </a:lnTo>
                </a:path>
              </a:pathLst>
            </a:custGeom>
            <a:ln w="9508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295" name="Rectangle 294">
            <a:extLst>
              <a:ext uri="{FF2B5EF4-FFF2-40B4-BE49-F238E27FC236}">
                <a16:creationId xmlns:a16="http://schemas.microsoft.com/office/drawing/2014/main" id="{AADF6650-CF1F-294C-920E-23A31BC9DD24}"/>
              </a:ext>
            </a:extLst>
          </p:cNvPr>
          <p:cNvSpPr/>
          <p:nvPr userDrawn="1"/>
        </p:nvSpPr>
        <p:spPr>
          <a:xfrm>
            <a:off x="7943242" y="4614854"/>
            <a:ext cx="774000" cy="7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B483C2F-A9F0-6A47-8AAF-5F484CA9AACA}"/>
              </a:ext>
            </a:extLst>
          </p:cNvPr>
          <p:cNvSpPr/>
          <p:nvPr userDrawn="1"/>
        </p:nvSpPr>
        <p:spPr>
          <a:xfrm>
            <a:off x="8717242" y="3840854"/>
            <a:ext cx="774000" cy="7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0F19190B-599F-6241-8EB5-B0B244B3F1C1}"/>
              </a:ext>
            </a:extLst>
          </p:cNvPr>
          <p:cNvSpPr/>
          <p:nvPr userDrawn="1"/>
        </p:nvSpPr>
        <p:spPr>
          <a:xfrm>
            <a:off x="7169242" y="3841456"/>
            <a:ext cx="774000" cy="1547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6452CC27-335C-3A40-AB34-21369E9975B8}"/>
              </a:ext>
            </a:extLst>
          </p:cNvPr>
          <p:cNvSpPr/>
          <p:nvPr userDrawn="1"/>
        </p:nvSpPr>
        <p:spPr>
          <a:xfrm>
            <a:off x="7943242" y="3066854"/>
            <a:ext cx="774000" cy="77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4" name="Groupe 323">
            <a:extLst>
              <a:ext uri="{FF2B5EF4-FFF2-40B4-BE49-F238E27FC236}">
                <a16:creationId xmlns:a16="http://schemas.microsoft.com/office/drawing/2014/main" id="{525F8385-4300-B74B-9418-398C1DF2B510}"/>
              </a:ext>
            </a:extLst>
          </p:cNvPr>
          <p:cNvGrpSpPr/>
          <p:nvPr userDrawn="1"/>
        </p:nvGrpSpPr>
        <p:grpSpPr>
          <a:xfrm>
            <a:off x="855884" y="6202459"/>
            <a:ext cx="568800" cy="665480"/>
            <a:chOff x="1211580" y="5257800"/>
            <a:chExt cx="568233" cy="1623060"/>
          </a:xfrm>
        </p:grpSpPr>
        <p:cxnSp>
          <p:nvCxnSpPr>
            <p:cNvPr id="302" name="Connecteur droit 301">
              <a:extLst>
                <a:ext uri="{FF2B5EF4-FFF2-40B4-BE49-F238E27FC236}">
                  <a16:creationId xmlns:a16="http://schemas.microsoft.com/office/drawing/2014/main" id="{0AB8890D-2AA8-C949-92A6-D20B4B37B175}"/>
                </a:ext>
              </a:extLst>
            </p:cNvPr>
            <p:cNvCxnSpPr/>
            <p:nvPr userDrawn="1"/>
          </p:nvCxnSpPr>
          <p:spPr>
            <a:xfrm>
              <a:off x="1211580" y="5257800"/>
              <a:ext cx="0" cy="162306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necteur droit 302">
              <a:extLst>
                <a:ext uri="{FF2B5EF4-FFF2-40B4-BE49-F238E27FC236}">
                  <a16:creationId xmlns:a16="http://schemas.microsoft.com/office/drawing/2014/main" id="{515E165C-C5FD-DB47-8B0B-3F4A3C3BDA64}"/>
                </a:ext>
              </a:extLst>
            </p:cNvPr>
            <p:cNvCxnSpPr/>
            <p:nvPr userDrawn="1"/>
          </p:nvCxnSpPr>
          <p:spPr>
            <a:xfrm>
              <a:off x="1352005" y="5257800"/>
              <a:ext cx="0" cy="162306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Connecteur droit 303">
              <a:extLst>
                <a:ext uri="{FF2B5EF4-FFF2-40B4-BE49-F238E27FC236}">
                  <a16:creationId xmlns:a16="http://schemas.microsoft.com/office/drawing/2014/main" id="{E87A45FA-AF24-0041-AAE4-EF6A84CE5F37}"/>
                </a:ext>
              </a:extLst>
            </p:cNvPr>
            <p:cNvCxnSpPr/>
            <p:nvPr userDrawn="1"/>
          </p:nvCxnSpPr>
          <p:spPr>
            <a:xfrm>
              <a:off x="1498963" y="5257800"/>
              <a:ext cx="0" cy="162306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Connecteur droit 304">
              <a:extLst>
                <a:ext uri="{FF2B5EF4-FFF2-40B4-BE49-F238E27FC236}">
                  <a16:creationId xmlns:a16="http://schemas.microsoft.com/office/drawing/2014/main" id="{32F79DDA-C253-3149-8884-F9442BC72AEB}"/>
                </a:ext>
              </a:extLst>
            </p:cNvPr>
            <p:cNvCxnSpPr/>
            <p:nvPr userDrawn="1"/>
          </p:nvCxnSpPr>
          <p:spPr>
            <a:xfrm>
              <a:off x="1639388" y="5257800"/>
              <a:ext cx="0" cy="162306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Connecteur droit 305">
              <a:extLst>
                <a:ext uri="{FF2B5EF4-FFF2-40B4-BE49-F238E27FC236}">
                  <a16:creationId xmlns:a16="http://schemas.microsoft.com/office/drawing/2014/main" id="{88117516-B19A-DA46-85B4-AC7333D185FD}"/>
                </a:ext>
              </a:extLst>
            </p:cNvPr>
            <p:cNvCxnSpPr/>
            <p:nvPr userDrawn="1"/>
          </p:nvCxnSpPr>
          <p:spPr>
            <a:xfrm>
              <a:off x="1779813" y="5257800"/>
              <a:ext cx="0" cy="1623060"/>
            </a:xfrm>
            <a:prstGeom prst="line">
              <a:avLst/>
            </a:prstGeom>
            <a:ln w="127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e 316">
            <a:extLst>
              <a:ext uri="{FF2B5EF4-FFF2-40B4-BE49-F238E27FC236}">
                <a16:creationId xmlns:a16="http://schemas.microsoft.com/office/drawing/2014/main" id="{662CFDD0-F7EE-1B4E-A612-DC9D6102717D}"/>
              </a:ext>
            </a:extLst>
          </p:cNvPr>
          <p:cNvGrpSpPr/>
          <p:nvPr userDrawn="1"/>
        </p:nvGrpSpPr>
        <p:grpSpPr>
          <a:xfrm>
            <a:off x="9764800" y="3830313"/>
            <a:ext cx="1196832" cy="3246345"/>
            <a:chOff x="10162921" y="4031871"/>
            <a:chExt cx="568233" cy="1623060"/>
          </a:xfrm>
        </p:grpSpPr>
        <p:cxnSp>
          <p:nvCxnSpPr>
            <p:cNvPr id="307" name="Connecteur droit 306">
              <a:extLst>
                <a:ext uri="{FF2B5EF4-FFF2-40B4-BE49-F238E27FC236}">
                  <a16:creationId xmlns:a16="http://schemas.microsoft.com/office/drawing/2014/main" id="{BD83F298-CB35-524B-87BF-ED63F1B3A8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162921" y="4031871"/>
              <a:ext cx="0" cy="16230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Connecteur droit 307">
              <a:extLst>
                <a:ext uri="{FF2B5EF4-FFF2-40B4-BE49-F238E27FC236}">
                  <a16:creationId xmlns:a16="http://schemas.microsoft.com/office/drawing/2014/main" id="{17F96E0A-0668-964A-8F49-A5F6979F0C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303346" y="4031871"/>
              <a:ext cx="0" cy="16230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necteur droit 308">
              <a:extLst>
                <a:ext uri="{FF2B5EF4-FFF2-40B4-BE49-F238E27FC236}">
                  <a16:creationId xmlns:a16="http://schemas.microsoft.com/office/drawing/2014/main" id="{D38FEDFF-9E02-F944-8C7C-EFCDE2AF6A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450304" y="4031871"/>
              <a:ext cx="0" cy="16230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Connecteur droit 309">
              <a:extLst>
                <a:ext uri="{FF2B5EF4-FFF2-40B4-BE49-F238E27FC236}">
                  <a16:creationId xmlns:a16="http://schemas.microsoft.com/office/drawing/2014/main" id="{C59E2CFA-DFAA-214F-AB3C-0C42C11A43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90729" y="4031871"/>
              <a:ext cx="0" cy="16230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Connecteur droit 310">
              <a:extLst>
                <a:ext uri="{FF2B5EF4-FFF2-40B4-BE49-F238E27FC236}">
                  <a16:creationId xmlns:a16="http://schemas.microsoft.com/office/drawing/2014/main" id="{55ED167B-8C0D-B04B-A2BE-F4CF6FE19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731154" y="4031871"/>
              <a:ext cx="0" cy="162306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" name="Graphique 318">
            <a:extLst>
              <a:ext uri="{FF2B5EF4-FFF2-40B4-BE49-F238E27FC236}">
                <a16:creationId xmlns:a16="http://schemas.microsoft.com/office/drawing/2014/main" id="{1C6D5585-D611-2A4D-8115-B20460DCD68F}"/>
              </a:ext>
            </a:extLst>
          </p:cNvPr>
          <p:cNvSpPr/>
          <p:nvPr/>
        </p:nvSpPr>
        <p:spPr>
          <a:xfrm>
            <a:off x="10961632" y="-256505"/>
            <a:ext cx="1196832" cy="4093961"/>
          </a:xfrm>
          <a:custGeom>
            <a:avLst/>
            <a:gdLst>
              <a:gd name="connsiteX0" fmla="*/ 1196285 w 1196832"/>
              <a:gd name="connsiteY0" fmla="*/ 4093699 h 4093961"/>
              <a:gd name="connsiteX1" fmla="*/ 1196285 w 1196832"/>
              <a:gd name="connsiteY1" fmla="*/ -262 h 4093961"/>
              <a:gd name="connsiteX2" fmla="*/ 1136385 w 1196832"/>
              <a:gd name="connsiteY2" fmla="*/ 4093699 h 4093961"/>
              <a:gd name="connsiteX3" fmla="*/ 1136385 w 1196832"/>
              <a:gd name="connsiteY3" fmla="*/ -262 h 4093961"/>
              <a:gd name="connsiteX4" fmla="*/ 1076614 w 1196832"/>
              <a:gd name="connsiteY4" fmla="*/ 4093699 h 4093961"/>
              <a:gd name="connsiteX5" fmla="*/ 1076614 w 1196832"/>
              <a:gd name="connsiteY5" fmla="*/ -262 h 4093961"/>
              <a:gd name="connsiteX6" fmla="*/ 1016714 w 1196832"/>
              <a:gd name="connsiteY6" fmla="*/ 4093699 h 4093961"/>
              <a:gd name="connsiteX7" fmla="*/ 1016714 w 1196832"/>
              <a:gd name="connsiteY7" fmla="*/ -262 h 4093961"/>
              <a:gd name="connsiteX8" fmla="*/ 956944 w 1196832"/>
              <a:gd name="connsiteY8" fmla="*/ 4093699 h 4093961"/>
              <a:gd name="connsiteX9" fmla="*/ 956944 w 1196832"/>
              <a:gd name="connsiteY9" fmla="*/ -262 h 4093961"/>
              <a:gd name="connsiteX10" fmla="*/ 897044 w 1196832"/>
              <a:gd name="connsiteY10" fmla="*/ 4093699 h 4093961"/>
              <a:gd name="connsiteX11" fmla="*/ 897044 w 1196832"/>
              <a:gd name="connsiteY11" fmla="*/ -262 h 4093961"/>
              <a:gd name="connsiteX12" fmla="*/ 837274 w 1196832"/>
              <a:gd name="connsiteY12" fmla="*/ 4093699 h 4093961"/>
              <a:gd name="connsiteX13" fmla="*/ 837274 w 1196832"/>
              <a:gd name="connsiteY13" fmla="*/ -262 h 4093961"/>
              <a:gd name="connsiteX14" fmla="*/ 777374 w 1196832"/>
              <a:gd name="connsiteY14" fmla="*/ 4093699 h 4093961"/>
              <a:gd name="connsiteX15" fmla="*/ 777374 w 1196832"/>
              <a:gd name="connsiteY15" fmla="*/ -262 h 4093961"/>
              <a:gd name="connsiteX16" fmla="*/ 717602 w 1196832"/>
              <a:gd name="connsiteY16" fmla="*/ 4093699 h 4093961"/>
              <a:gd name="connsiteX17" fmla="*/ 717602 w 1196832"/>
              <a:gd name="connsiteY17" fmla="*/ -262 h 4093961"/>
              <a:gd name="connsiteX18" fmla="*/ 657832 w 1196832"/>
              <a:gd name="connsiteY18" fmla="*/ 4093699 h 4093961"/>
              <a:gd name="connsiteX19" fmla="*/ 657832 w 1196832"/>
              <a:gd name="connsiteY19" fmla="*/ -262 h 4093961"/>
              <a:gd name="connsiteX20" fmla="*/ 597932 w 1196832"/>
              <a:gd name="connsiteY20" fmla="*/ 4093699 h 4093961"/>
              <a:gd name="connsiteX21" fmla="*/ 597932 w 1196832"/>
              <a:gd name="connsiteY21" fmla="*/ -262 h 4093961"/>
              <a:gd name="connsiteX22" fmla="*/ 538162 w 1196832"/>
              <a:gd name="connsiteY22" fmla="*/ 4093699 h 4093961"/>
              <a:gd name="connsiteX23" fmla="*/ 538162 w 1196832"/>
              <a:gd name="connsiteY23" fmla="*/ -262 h 4093961"/>
              <a:gd name="connsiteX24" fmla="*/ 478262 w 1196832"/>
              <a:gd name="connsiteY24" fmla="*/ 4093699 h 4093961"/>
              <a:gd name="connsiteX25" fmla="*/ 478262 w 1196832"/>
              <a:gd name="connsiteY25" fmla="*/ -262 h 4093961"/>
              <a:gd name="connsiteX26" fmla="*/ 419134 w 1196832"/>
              <a:gd name="connsiteY26" fmla="*/ 4093699 h 4093961"/>
              <a:gd name="connsiteX27" fmla="*/ 419134 w 1196832"/>
              <a:gd name="connsiteY27" fmla="*/ -262 h 4093961"/>
              <a:gd name="connsiteX28" fmla="*/ 359235 w 1196832"/>
              <a:gd name="connsiteY28" fmla="*/ 4093699 h 4093961"/>
              <a:gd name="connsiteX29" fmla="*/ 359235 w 1196832"/>
              <a:gd name="connsiteY29" fmla="*/ -262 h 4093961"/>
              <a:gd name="connsiteX30" fmla="*/ 299464 w 1196832"/>
              <a:gd name="connsiteY30" fmla="*/ 4093699 h 4093961"/>
              <a:gd name="connsiteX31" fmla="*/ 299464 w 1196832"/>
              <a:gd name="connsiteY31" fmla="*/ -262 h 4093961"/>
              <a:gd name="connsiteX32" fmla="*/ 239179 w 1196832"/>
              <a:gd name="connsiteY32" fmla="*/ 4093699 h 4093961"/>
              <a:gd name="connsiteX33" fmla="*/ 239179 w 1196832"/>
              <a:gd name="connsiteY33" fmla="*/ -262 h 4093961"/>
              <a:gd name="connsiteX34" fmla="*/ 179279 w 1196832"/>
              <a:gd name="connsiteY34" fmla="*/ 4093699 h 4093961"/>
              <a:gd name="connsiteX35" fmla="*/ 179279 w 1196832"/>
              <a:gd name="connsiteY35" fmla="*/ -262 h 4093961"/>
              <a:gd name="connsiteX36" fmla="*/ 119508 w 1196832"/>
              <a:gd name="connsiteY36" fmla="*/ 4093699 h 4093961"/>
              <a:gd name="connsiteX37" fmla="*/ 119508 w 1196832"/>
              <a:gd name="connsiteY37" fmla="*/ -262 h 4093961"/>
              <a:gd name="connsiteX38" fmla="*/ 59223 w 1196832"/>
              <a:gd name="connsiteY38" fmla="*/ 4093699 h 4093961"/>
              <a:gd name="connsiteX39" fmla="*/ 59223 w 1196832"/>
              <a:gd name="connsiteY39" fmla="*/ -262 h 4093961"/>
              <a:gd name="connsiteX40" fmla="*/ -548 w 1196832"/>
              <a:gd name="connsiteY40" fmla="*/ 4093699 h 4093961"/>
              <a:gd name="connsiteX41" fmla="*/ -548 w 1196832"/>
              <a:gd name="connsiteY41" fmla="*/ -262 h 4093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196832" h="4093961">
                <a:moveTo>
                  <a:pt x="1196285" y="4093699"/>
                </a:moveTo>
                <a:lnTo>
                  <a:pt x="1196285" y="-262"/>
                </a:lnTo>
                <a:moveTo>
                  <a:pt x="1136385" y="4093699"/>
                </a:moveTo>
                <a:lnTo>
                  <a:pt x="1136385" y="-262"/>
                </a:lnTo>
                <a:moveTo>
                  <a:pt x="1076614" y="4093699"/>
                </a:moveTo>
                <a:lnTo>
                  <a:pt x="1076614" y="-262"/>
                </a:lnTo>
                <a:moveTo>
                  <a:pt x="1016714" y="4093699"/>
                </a:moveTo>
                <a:lnTo>
                  <a:pt x="1016714" y="-262"/>
                </a:lnTo>
                <a:moveTo>
                  <a:pt x="956944" y="4093699"/>
                </a:moveTo>
                <a:lnTo>
                  <a:pt x="956944" y="-262"/>
                </a:lnTo>
                <a:moveTo>
                  <a:pt x="897044" y="4093699"/>
                </a:moveTo>
                <a:lnTo>
                  <a:pt x="897044" y="-262"/>
                </a:lnTo>
                <a:moveTo>
                  <a:pt x="837274" y="4093699"/>
                </a:moveTo>
                <a:lnTo>
                  <a:pt x="837274" y="-262"/>
                </a:lnTo>
                <a:moveTo>
                  <a:pt x="777374" y="4093699"/>
                </a:moveTo>
                <a:lnTo>
                  <a:pt x="777374" y="-262"/>
                </a:lnTo>
                <a:moveTo>
                  <a:pt x="717602" y="4093699"/>
                </a:moveTo>
                <a:lnTo>
                  <a:pt x="717602" y="-262"/>
                </a:lnTo>
                <a:moveTo>
                  <a:pt x="657832" y="4093699"/>
                </a:moveTo>
                <a:lnTo>
                  <a:pt x="657832" y="-262"/>
                </a:lnTo>
                <a:moveTo>
                  <a:pt x="597932" y="4093699"/>
                </a:moveTo>
                <a:lnTo>
                  <a:pt x="597932" y="-262"/>
                </a:lnTo>
                <a:moveTo>
                  <a:pt x="538162" y="4093699"/>
                </a:moveTo>
                <a:lnTo>
                  <a:pt x="538162" y="-262"/>
                </a:lnTo>
                <a:moveTo>
                  <a:pt x="478262" y="4093699"/>
                </a:moveTo>
                <a:lnTo>
                  <a:pt x="478262" y="-262"/>
                </a:lnTo>
                <a:moveTo>
                  <a:pt x="419134" y="4093699"/>
                </a:moveTo>
                <a:lnTo>
                  <a:pt x="419134" y="-262"/>
                </a:lnTo>
                <a:moveTo>
                  <a:pt x="359235" y="4093699"/>
                </a:moveTo>
                <a:lnTo>
                  <a:pt x="359235" y="-262"/>
                </a:lnTo>
                <a:moveTo>
                  <a:pt x="299464" y="4093699"/>
                </a:moveTo>
                <a:lnTo>
                  <a:pt x="299464" y="-262"/>
                </a:lnTo>
                <a:moveTo>
                  <a:pt x="239179" y="4093699"/>
                </a:moveTo>
                <a:lnTo>
                  <a:pt x="239179" y="-262"/>
                </a:lnTo>
                <a:moveTo>
                  <a:pt x="179279" y="4093699"/>
                </a:moveTo>
                <a:lnTo>
                  <a:pt x="179279" y="-262"/>
                </a:lnTo>
                <a:moveTo>
                  <a:pt x="119508" y="4093699"/>
                </a:moveTo>
                <a:lnTo>
                  <a:pt x="119508" y="-262"/>
                </a:lnTo>
                <a:moveTo>
                  <a:pt x="59223" y="4093699"/>
                </a:moveTo>
                <a:lnTo>
                  <a:pt x="59223" y="-262"/>
                </a:lnTo>
                <a:moveTo>
                  <a:pt x="-548" y="4093699"/>
                </a:moveTo>
                <a:lnTo>
                  <a:pt x="-548" y="-262"/>
                </a:lnTo>
              </a:path>
            </a:pathLst>
          </a:custGeom>
          <a:noFill/>
          <a:ln w="9525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E4012233-EA70-3A48-AEC5-DD145C676A2B}"/>
              </a:ext>
            </a:extLst>
          </p:cNvPr>
          <p:cNvSpPr/>
          <p:nvPr userDrawn="1"/>
        </p:nvSpPr>
        <p:spPr>
          <a:xfrm>
            <a:off x="7943242" y="3840854"/>
            <a:ext cx="774000" cy="77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EC678AC-5808-4950-9922-F266B0E0C8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47" t="34896" r="4179" b="29936"/>
          <a:stretch/>
        </p:blipFill>
        <p:spPr>
          <a:xfrm>
            <a:off x="763111" y="741379"/>
            <a:ext cx="2087880" cy="57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7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3CE155-0333-AE4B-BA6C-7AE8A6E69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95D39D-E42A-0E4A-A507-0D6D67AEE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E84215-E91D-3C40-A6B4-46E5F87A3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" y="6498971"/>
            <a:ext cx="2743200" cy="246888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DA99B239-3B4B-FA47-8615-3EE1D1D7A91B}" type="datetime1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977D2B-095C-5140-B3DF-2B8074F15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779"/>
            <a:ext cx="4114800" cy="246888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INSA Toulouse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60DC50-CC56-9C4A-8C67-0C59123EF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6024" y="6492875"/>
            <a:ext cx="2743200" cy="246888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3F394568-A123-CF43-B37D-0430507FD9C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322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2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</a:buBlip>
        <a:defRPr sz="20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200" kern="1200">
          <a:solidFill>
            <a:schemeClr val="tx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3AF94-F5CA-7542-A72B-1789CD957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35" y="1704696"/>
            <a:ext cx="9144000" cy="2387600"/>
          </a:xfrm>
        </p:spPr>
        <p:txBody>
          <a:bodyPr/>
          <a:lstStyle/>
          <a:p>
            <a:r>
              <a:rPr lang="fr-FR" dirty="0" err="1"/>
              <a:t>Metamodeling</a:t>
            </a:r>
            <a:r>
              <a:rPr lang="fr-FR" dirty="0"/>
              <a:t> for Vigilance Vagues- Submersion by </a:t>
            </a:r>
            <a:r>
              <a:rPr lang="fr-FR" dirty="0" err="1"/>
              <a:t>integrating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functional</a:t>
            </a:r>
            <a:r>
              <a:rPr lang="fr-FR" dirty="0"/>
              <a:t> inputs and outputs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87EDF9-88B1-254A-8CD4-9082CD0F3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Paul SLISSE</a:t>
            </a:r>
          </a:p>
          <a:p>
            <a:r>
              <a:rPr lang="fr-FR" dirty="0"/>
              <a:t>Victor DAVODEAU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5E7EBC-A852-BB4F-9230-19B072B46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1568A-D12D-BD49-ACDF-27454F9476FE}" type="datetime1">
              <a:rPr lang="fr-FR" smtClean="0"/>
              <a:t>09/11/2025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108D56-4D8B-2744-9C0A-A040E066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INSA Toulouse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D9E17E-7851-224F-8302-BBAF8063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4568-A123-CF43-B37D-0430507FD9CE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841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3376C5-426A-4A7B-A410-982A8C3A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213" y="2766218"/>
            <a:ext cx="10409094" cy="1325563"/>
          </a:xfrm>
        </p:spPr>
        <p:txBody>
          <a:bodyPr/>
          <a:lstStyle/>
          <a:p>
            <a:pPr algn="ctr"/>
            <a:r>
              <a:rPr lang="fr-FR" dirty="0" err="1"/>
              <a:t>Implement</a:t>
            </a:r>
            <a:r>
              <a:rPr lang="fr-FR" dirty="0"/>
              <a:t> a </a:t>
            </a:r>
            <a:r>
              <a:rPr lang="fr-FR" dirty="0" err="1"/>
              <a:t>metamodel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can </a:t>
            </a:r>
            <a:r>
              <a:rPr lang="fr-FR" dirty="0" err="1"/>
              <a:t>give</a:t>
            </a:r>
            <a:r>
              <a:rPr lang="fr-FR" dirty="0"/>
              <a:t> a real-time </a:t>
            </a:r>
            <a:r>
              <a:rPr lang="fr-FR" dirty="0" err="1"/>
              <a:t>prediction</a:t>
            </a:r>
            <a:r>
              <a:rPr lang="fr-FR" dirty="0"/>
              <a:t> on a local </a:t>
            </a:r>
            <a:r>
              <a:rPr lang="fr-FR" dirty="0" err="1"/>
              <a:t>scale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B700F2-713F-4034-8932-67D84F53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9935-97F0-1945-B620-15F06351CC13}" type="datetime1">
              <a:rPr lang="fr-FR" smtClean="0"/>
              <a:t>09/11/2025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45C0BA-853A-4588-AEE7-0F2841F3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INSA Toulouse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5BBB62-4BB7-45CC-9C2D-69E2AB78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4568-A123-CF43-B37D-0430507FD9CE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7530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INSA V3">
      <a:dk1>
        <a:srgbClr val="000000"/>
      </a:dk1>
      <a:lt1>
        <a:srgbClr val="FFFFFF"/>
      </a:lt1>
      <a:dk2>
        <a:srgbClr val="221927"/>
      </a:dk2>
      <a:lt2>
        <a:srgbClr val="E7E6E6"/>
      </a:lt2>
      <a:accent1>
        <a:srgbClr val="F5ADAA"/>
      </a:accent1>
      <a:accent2>
        <a:srgbClr val="E31B17"/>
      </a:accent2>
      <a:accent3>
        <a:srgbClr val="59142A"/>
      </a:accent3>
      <a:accent4>
        <a:srgbClr val="F69F1D"/>
      </a:accent4>
      <a:accent5>
        <a:srgbClr val="F8F0EC"/>
      </a:accent5>
      <a:accent6>
        <a:srgbClr val="5F5E5E"/>
      </a:accent6>
      <a:hlink>
        <a:srgbClr val="E31B17"/>
      </a:hlink>
      <a:folHlink>
        <a:srgbClr val="8D1D2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</Words>
  <Application>Microsoft Office PowerPoint</Application>
  <PresentationFormat>Grand écran</PresentationFormat>
  <Paragraphs>10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Georgia</vt:lpstr>
      <vt:lpstr>Wingdings</vt:lpstr>
      <vt:lpstr>Thème Office</vt:lpstr>
      <vt:lpstr>Metamodeling for Vigilance Vagues- Submersion by integrating  functional inputs and outputs</vt:lpstr>
      <vt:lpstr>Implement a metamodel that can give a real-time prediction on a local scale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Slisse</dc:creator>
  <cp:lastModifiedBy>Paul Slisse</cp:lastModifiedBy>
  <cp:revision>2</cp:revision>
  <dcterms:created xsi:type="dcterms:W3CDTF">2025-11-09T09:17:49Z</dcterms:created>
  <dcterms:modified xsi:type="dcterms:W3CDTF">2025-11-09T09:34:23Z</dcterms:modified>
</cp:coreProperties>
</file>